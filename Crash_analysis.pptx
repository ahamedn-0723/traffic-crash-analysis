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5" r:id="rId6"/>
    <p:sldId id="264" r:id="rId7"/>
  </p:sldIdLst>
  <p:sldSz cx="18288000" cy="10287000"/>
  <p:notesSz cx="6858000" cy="9144000"/>
  <p:embeddedFontLst>
    <p:embeddedFont>
      <p:font typeface="Montserrat Ultra-Bold" panose="020B0604020202020204" charset="0"/>
      <p:regular r:id="rId9"/>
    </p:embeddedFont>
    <p:embeddedFont>
      <p:font typeface="Montserrat Semi-Bold" panose="020B0604020202020204" charset="0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PT San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5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7C503-4A6F-49A3-BF96-54DA34A5AA3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C8DC18-294F-4ECE-86BD-6F359EAB7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747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8DC18-294F-4ECE-86BD-6F359EAB717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847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8DC18-294F-4ECE-86BD-6F359EAB717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239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14056" y="6037913"/>
            <a:ext cx="8154894" cy="4230037"/>
            <a:chOff x="0" y="-123825"/>
            <a:chExt cx="2147791" cy="1114083"/>
          </a:xfrm>
        </p:grpSpPr>
        <p:sp>
          <p:nvSpPr>
            <p:cNvPr id="3" name="Freeform 3"/>
            <p:cNvSpPr/>
            <p:nvPr/>
          </p:nvSpPr>
          <p:spPr>
            <a:xfrm>
              <a:off x="0" y="453409"/>
              <a:ext cx="2147791" cy="536849"/>
            </a:xfrm>
            <a:custGeom>
              <a:avLst/>
              <a:gdLst/>
              <a:ahLst/>
              <a:cxnLst/>
              <a:rect l="l" t="t" r="r" b="b"/>
              <a:pathLst>
                <a:path w="2147791" h="536849">
                  <a:moveTo>
                    <a:pt x="0" y="0"/>
                  </a:moveTo>
                  <a:lnTo>
                    <a:pt x="2147791" y="0"/>
                  </a:lnTo>
                  <a:lnTo>
                    <a:pt x="2147791" y="536849"/>
                  </a:lnTo>
                  <a:lnTo>
                    <a:pt x="0" y="536849"/>
                  </a:lnTo>
                  <a:close/>
                </a:path>
              </a:pathLst>
            </a:custGeom>
            <a:solidFill>
              <a:srgbClr val="F4AD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2147791" cy="660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2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7980873" y="-547802"/>
            <a:ext cx="7312406" cy="6719927"/>
          </a:xfrm>
          <a:custGeom>
            <a:avLst/>
            <a:gdLst/>
            <a:ahLst/>
            <a:cxnLst/>
            <a:rect l="l" t="t" r="r" b="b"/>
            <a:pathLst>
              <a:path w="7312406" h="6719927">
                <a:moveTo>
                  <a:pt x="0" y="0"/>
                </a:moveTo>
                <a:lnTo>
                  <a:pt x="7312406" y="0"/>
                </a:lnTo>
                <a:lnTo>
                  <a:pt x="7312406" y="6719927"/>
                </a:lnTo>
                <a:lnTo>
                  <a:pt x="0" y="67199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079" b="-2015"/>
            </a:stretch>
          </a:blipFill>
        </p:spPr>
      </p:sp>
      <p:grpSp>
        <p:nvGrpSpPr>
          <p:cNvPr id="15" name="Group 15"/>
          <p:cNvGrpSpPr/>
          <p:nvPr/>
        </p:nvGrpSpPr>
        <p:grpSpPr>
          <a:xfrm rot="-5400000">
            <a:off x="3730199" y="-4689900"/>
            <a:ext cx="10941901" cy="19392900"/>
            <a:chOff x="0" y="0"/>
            <a:chExt cx="2953956" cy="334151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953956" cy="3341511"/>
            </a:xfrm>
            <a:custGeom>
              <a:avLst/>
              <a:gdLst/>
              <a:ahLst/>
              <a:cxnLst/>
              <a:rect l="l" t="t" r="r" b="b"/>
              <a:pathLst>
                <a:path w="2953956" h="3341511">
                  <a:moveTo>
                    <a:pt x="0" y="0"/>
                  </a:moveTo>
                  <a:lnTo>
                    <a:pt x="2953956" y="0"/>
                  </a:lnTo>
                  <a:lnTo>
                    <a:pt x="2953956" y="3341511"/>
                  </a:lnTo>
                  <a:lnTo>
                    <a:pt x="0" y="3341511"/>
                  </a:lnTo>
                  <a:close/>
                </a:path>
              </a:pathLst>
            </a:custGeom>
            <a:solidFill>
              <a:srgbClr val="0B1541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123825"/>
              <a:ext cx="2953956" cy="34653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20"/>
                </a:lnSpc>
              </a:pPr>
              <a:endParaRPr/>
            </a:p>
          </p:txBody>
        </p:sp>
      </p:grpSp>
      <p:grpSp>
        <p:nvGrpSpPr>
          <p:cNvPr id="24" name="Group 2"/>
          <p:cNvGrpSpPr/>
          <p:nvPr/>
        </p:nvGrpSpPr>
        <p:grpSpPr>
          <a:xfrm>
            <a:off x="-533401" y="8408765"/>
            <a:ext cx="21403452" cy="2298035"/>
            <a:chOff x="0" y="0"/>
            <a:chExt cx="15394392" cy="2717800"/>
          </a:xfrm>
        </p:grpSpPr>
        <p:grpSp>
          <p:nvGrpSpPr>
            <p:cNvPr id="25" name="Group 3"/>
            <p:cNvGrpSpPr/>
            <p:nvPr/>
          </p:nvGrpSpPr>
          <p:grpSpPr>
            <a:xfrm>
              <a:off x="0" y="0"/>
              <a:ext cx="15394392" cy="2717800"/>
              <a:chOff x="0" y="0"/>
              <a:chExt cx="3040868" cy="536849"/>
            </a:xfrm>
          </p:grpSpPr>
          <p:sp>
            <p:nvSpPr>
              <p:cNvPr id="38" name="Freeform 4"/>
              <p:cNvSpPr/>
              <p:nvPr/>
            </p:nvSpPr>
            <p:spPr>
              <a:xfrm>
                <a:off x="0" y="0"/>
                <a:ext cx="3040867" cy="536849"/>
              </a:xfrm>
              <a:custGeom>
                <a:avLst/>
                <a:gdLst/>
                <a:ahLst/>
                <a:cxnLst/>
                <a:rect l="l" t="t" r="r" b="b"/>
                <a:pathLst>
                  <a:path w="3040867" h="536849">
                    <a:moveTo>
                      <a:pt x="0" y="0"/>
                    </a:moveTo>
                    <a:lnTo>
                      <a:pt x="3040867" y="0"/>
                    </a:lnTo>
                    <a:lnTo>
                      <a:pt x="3040867" y="536849"/>
                    </a:lnTo>
                    <a:lnTo>
                      <a:pt x="0" y="536849"/>
                    </a:lnTo>
                    <a:close/>
                  </a:path>
                </a:pathLst>
              </a:custGeom>
              <a:solidFill>
                <a:srgbClr val="6D738D"/>
              </a:solidFill>
            </p:spPr>
          </p:sp>
          <p:sp>
            <p:nvSpPr>
              <p:cNvPr id="39" name="TextBox 5"/>
              <p:cNvSpPr txBox="1"/>
              <p:nvPr/>
            </p:nvSpPr>
            <p:spPr>
              <a:xfrm>
                <a:off x="0" y="-123825"/>
                <a:ext cx="3040868" cy="6606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26" name="Group 6"/>
            <p:cNvGrpSpPr/>
            <p:nvPr/>
          </p:nvGrpSpPr>
          <p:grpSpPr>
            <a:xfrm>
              <a:off x="8054100" y="858825"/>
              <a:ext cx="2788000" cy="93675"/>
              <a:chOff x="0" y="0"/>
              <a:chExt cx="547795" cy="18406"/>
            </a:xfrm>
          </p:grpSpPr>
          <p:sp>
            <p:nvSpPr>
              <p:cNvPr id="36" name="Freeform 7"/>
              <p:cNvSpPr/>
              <p:nvPr/>
            </p:nvSpPr>
            <p:spPr>
              <a:xfrm>
                <a:off x="0" y="0"/>
                <a:ext cx="547795" cy="18406"/>
              </a:xfrm>
              <a:custGeom>
                <a:avLst/>
                <a:gdLst/>
                <a:ahLst/>
                <a:cxnLst/>
                <a:rect l="l" t="t" r="r" b="b"/>
                <a:pathLst>
                  <a:path w="547795" h="18406">
                    <a:moveTo>
                      <a:pt x="0" y="0"/>
                    </a:moveTo>
                    <a:lnTo>
                      <a:pt x="547795" y="0"/>
                    </a:lnTo>
                    <a:lnTo>
                      <a:pt x="547795" y="18406"/>
                    </a:lnTo>
                    <a:lnTo>
                      <a:pt x="0" y="184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7" name="TextBox 8"/>
              <p:cNvSpPr txBox="1"/>
              <p:nvPr/>
            </p:nvSpPr>
            <p:spPr>
              <a:xfrm>
                <a:off x="0" y="-123825"/>
                <a:ext cx="547795" cy="1422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27" name="Group 9"/>
            <p:cNvGrpSpPr/>
            <p:nvPr/>
          </p:nvGrpSpPr>
          <p:grpSpPr>
            <a:xfrm>
              <a:off x="344500" y="858825"/>
              <a:ext cx="2788000" cy="93675"/>
              <a:chOff x="0" y="0"/>
              <a:chExt cx="547795" cy="18406"/>
            </a:xfrm>
          </p:grpSpPr>
          <p:sp>
            <p:nvSpPr>
              <p:cNvPr id="34" name="Freeform 10"/>
              <p:cNvSpPr/>
              <p:nvPr/>
            </p:nvSpPr>
            <p:spPr>
              <a:xfrm>
                <a:off x="0" y="0"/>
                <a:ext cx="547795" cy="18406"/>
              </a:xfrm>
              <a:custGeom>
                <a:avLst/>
                <a:gdLst/>
                <a:ahLst/>
                <a:cxnLst/>
                <a:rect l="l" t="t" r="r" b="b"/>
                <a:pathLst>
                  <a:path w="547795" h="18406">
                    <a:moveTo>
                      <a:pt x="0" y="0"/>
                    </a:moveTo>
                    <a:lnTo>
                      <a:pt x="547795" y="0"/>
                    </a:lnTo>
                    <a:lnTo>
                      <a:pt x="547795" y="18406"/>
                    </a:lnTo>
                    <a:lnTo>
                      <a:pt x="0" y="184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5" name="TextBox 11"/>
              <p:cNvSpPr txBox="1"/>
              <p:nvPr/>
            </p:nvSpPr>
            <p:spPr>
              <a:xfrm>
                <a:off x="0" y="-123825"/>
                <a:ext cx="547795" cy="1422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28" name="Group 12"/>
            <p:cNvGrpSpPr/>
            <p:nvPr/>
          </p:nvGrpSpPr>
          <p:grpSpPr>
            <a:xfrm>
              <a:off x="11908900" y="858825"/>
              <a:ext cx="2788000" cy="93675"/>
              <a:chOff x="0" y="0"/>
              <a:chExt cx="547795" cy="18406"/>
            </a:xfrm>
          </p:grpSpPr>
          <p:sp>
            <p:nvSpPr>
              <p:cNvPr id="32" name="Freeform 13"/>
              <p:cNvSpPr/>
              <p:nvPr/>
            </p:nvSpPr>
            <p:spPr>
              <a:xfrm>
                <a:off x="0" y="0"/>
                <a:ext cx="547795" cy="18406"/>
              </a:xfrm>
              <a:custGeom>
                <a:avLst/>
                <a:gdLst/>
                <a:ahLst/>
                <a:cxnLst/>
                <a:rect l="l" t="t" r="r" b="b"/>
                <a:pathLst>
                  <a:path w="547795" h="18406">
                    <a:moveTo>
                      <a:pt x="0" y="0"/>
                    </a:moveTo>
                    <a:lnTo>
                      <a:pt x="547795" y="0"/>
                    </a:lnTo>
                    <a:lnTo>
                      <a:pt x="547795" y="18406"/>
                    </a:lnTo>
                    <a:lnTo>
                      <a:pt x="0" y="184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3" name="TextBox 14"/>
              <p:cNvSpPr txBox="1"/>
              <p:nvPr/>
            </p:nvSpPr>
            <p:spPr>
              <a:xfrm>
                <a:off x="0" y="-123825"/>
                <a:ext cx="547795" cy="1422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29" name="Group 15"/>
            <p:cNvGrpSpPr/>
            <p:nvPr/>
          </p:nvGrpSpPr>
          <p:grpSpPr>
            <a:xfrm>
              <a:off x="4199300" y="858825"/>
              <a:ext cx="2788000" cy="93675"/>
              <a:chOff x="0" y="0"/>
              <a:chExt cx="547795" cy="18406"/>
            </a:xfrm>
          </p:grpSpPr>
          <p:sp>
            <p:nvSpPr>
              <p:cNvPr id="30" name="Freeform 16"/>
              <p:cNvSpPr/>
              <p:nvPr/>
            </p:nvSpPr>
            <p:spPr>
              <a:xfrm>
                <a:off x="0" y="0"/>
                <a:ext cx="547795" cy="18406"/>
              </a:xfrm>
              <a:custGeom>
                <a:avLst/>
                <a:gdLst/>
                <a:ahLst/>
                <a:cxnLst/>
                <a:rect l="l" t="t" r="r" b="b"/>
                <a:pathLst>
                  <a:path w="547795" h="18406">
                    <a:moveTo>
                      <a:pt x="0" y="0"/>
                    </a:moveTo>
                    <a:lnTo>
                      <a:pt x="547795" y="0"/>
                    </a:lnTo>
                    <a:lnTo>
                      <a:pt x="547795" y="18406"/>
                    </a:lnTo>
                    <a:lnTo>
                      <a:pt x="0" y="184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1" name="TextBox 17"/>
              <p:cNvSpPr txBox="1"/>
              <p:nvPr/>
            </p:nvSpPr>
            <p:spPr>
              <a:xfrm>
                <a:off x="0" y="-123825"/>
                <a:ext cx="547795" cy="1422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</p:grpSp>
      <p:grpSp>
        <p:nvGrpSpPr>
          <p:cNvPr id="40" name="Group 61"/>
          <p:cNvGrpSpPr/>
          <p:nvPr/>
        </p:nvGrpSpPr>
        <p:grpSpPr>
          <a:xfrm>
            <a:off x="7563050" y="4899581"/>
            <a:ext cx="14790210" cy="4785242"/>
            <a:chOff x="0" y="0"/>
            <a:chExt cx="24439921" cy="7907321"/>
          </a:xfrm>
        </p:grpSpPr>
        <p:sp>
          <p:nvSpPr>
            <p:cNvPr id="41" name="Freeform 62"/>
            <p:cNvSpPr/>
            <p:nvPr/>
          </p:nvSpPr>
          <p:spPr>
            <a:xfrm rot="5400000">
              <a:off x="58462" y="1466152"/>
              <a:ext cx="4176507" cy="4293431"/>
            </a:xfrm>
            <a:custGeom>
              <a:avLst/>
              <a:gdLst/>
              <a:ahLst/>
              <a:cxnLst/>
              <a:rect l="l" t="t" r="r" b="b"/>
              <a:pathLst>
                <a:path w="4176507" h="4293431">
                  <a:moveTo>
                    <a:pt x="0" y="0"/>
                  </a:moveTo>
                  <a:lnTo>
                    <a:pt x="4176507" y="0"/>
                  </a:lnTo>
                  <a:lnTo>
                    <a:pt x="4176507" y="4293431"/>
                  </a:lnTo>
                  <a:lnTo>
                    <a:pt x="0" y="42934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672" b="-5473"/>
              </a:stretch>
            </a:blipFill>
          </p:spPr>
        </p:sp>
        <p:sp>
          <p:nvSpPr>
            <p:cNvPr id="42" name="Freeform 63"/>
            <p:cNvSpPr/>
            <p:nvPr/>
          </p:nvSpPr>
          <p:spPr>
            <a:xfrm>
              <a:off x="3531138" y="0"/>
              <a:ext cx="20908783" cy="7907321"/>
            </a:xfrm>
            <a:custGeom>
              <a:avLst/>
              <a:gdLst/>
              <a:ahLst/>
              <a:cxnLst/>
              <a:rect l="l" t="t" r="r" b="b"/>
              <a:pathLst>
                <a:path w="20908783" h="7907321">
                  <a:moveTo>
                    <a:pt x="0" y="0"/>
                  </a:moveTo>
                  <a:lnTo>
                    <a:pt x="20908783" y="0"/>
                  </a:lnTo>
                  <a:lnTo>
                    <a:pt x="20908783" y="7907321"/>
                  </a:lnTo>
                  <a:lnTo>
                    <a:pt x="0" y="7907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43" name="TextBox 99"/>
          <p:cNvSpPr txBox="1"/>
          <p:nvPr/>
        </p:nvSpPr>
        <p:spPr>
          <a:xfrm>
            <a:off x="385274" y="67175"/>
            <a:ext cx="12949219" cy="1132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9800"/>
              </a:lnSpc>
            </a:pPr>
            <a:r>
              <a:rPr lang="en-US" sz="6000" b="1" spc="196" dirty="0">
                <a:solidFill>
                  <a:srgbClr val="F6BD3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Traffic Crash Analysis</a:t>
            </a:r>
          </a:p>
        </p:txBody>
      </p:sp>
      <p:sp>
        <p:nvSpPr>
          <p:cNvPr id="44" name="TextBox 92"/>
          <p:cNvSpPr txBox="1"/>
          <p:nvPr/>
        </p:nvSpPr>
        <p:spPr>
          <a:xfrm>
            <a:off x="623798" y="1516524"/>
            <a:ext cx="17115058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3200" dirty="0" smtClean="0">
                <a:solidFill>
                  <a:srgbClr val="FFFFFF"/>
                </a:solidFill>
                <a:latin typeface="Montserrat Semi-Bold" panose="020B0604020202020204" charset="0"/>
                <a:ea typeface="PT Sans"/>
                <a:cs typeface="PT Sans"/>
                <a:sym typeface="PT Sans"/>
              </a:rPr>
              <a:t>Introduction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3200" dirty="0" smtClean="0">
                <a:solidFill>
                  <a:srgbClr val="FFFFFF"/>
                </a:solidFill>
                <a:latin typeface="Montserrat Semi-Bold" panose="020B0604020202020204" charset="0"/>
                <a:ea typeface="PT Sans"/>
                <a:cs typeface="PT Sans"/>
                <a:sym typeface="PT Sans"/>
              </a:rPr>
              <a:t>Objectives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rgbClr val="FFFFFF"/>
                </a:solidFill>
                <a:latin typeface="Montserrat Semi-Bold" panose="020B0604020202020204" charset="0"/>
                <a:ea typeface="PT Sans"/>
                <a:cs typeface="PT Sans"/>
                <a:sym typeface="PT Sans"/>
              </a:rPr>
              <a:t>Technologies Used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rgbClr val="FFFFFF"/>
                </a:solidFill>
                <a:latin typeface="Montserrat Semi-Bold" panose="020B0604020202020204" charset="0"/>
                <a:ea typeface="PT Sans"/>
                <a:cs typeface="PT Sans"/>
                <a:sym typeface="PT Sans"/>
              </a:rPr>
              <a:t>Querying and Visualization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rgbClr val="FFFFFF"/>
                </a:solidFill>
                <a:latin typeface="Montserrat Semi-Bold" panose="020B0604020202020204" charset="0"/>
                <a:ea typeface="PT Sans"/>
                <a:cs typeface="PT Sans"/>
                <a:sym typeface="PT Sans"/>
              </a:rPr>
              <a:t>Streamlit Dashboard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rgbClr val="FFFFFF"/>
                </a:solidFill>
                <a:latin typeface="Montserrat Semi-Bold" panose="020B0604020202020204" charset="0"/>
                <a:ea typeface="PT Sans"/>
                <a:cs typeface="PT Sans"/>
                <a:sym typeface="PT Sans"/>
              </a:rPr>
              <a:t>Conclusion</a:t>
            </a:r>
            <a:endParaRPr lang="en-US" sz="3200" dirty="0">
              <a:solidFill>
                <a:srgbClr val="FFFFFF"/>
              </a:solidFill>
              <a:latin typeface="Montserrat Semi-Bold" panose="020B0604020202020204" charset="0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3531886" y="-4659617"/>
            <a:ext cx="10820400" cy="19758633"/>
            <a:chOff x="0" y="-123825"/>
            <a:chExt cx="2180460" cy="43985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0460" cy="4274726"/>
            </a:xfrm>
            <a:custGeom>
              <a:avLst/>
              <a:gdLst/>
              <a:ahLst/>
              <a:cxnLst/>
              <a:rect l="l" t="t" r="r" b="b"/>
              <a:pathLst>
                <a:path w="2180460" h="4274726">
                  <a:moveTo>
                    <a:pt x="0" y="0"/>
                  </a:moveTo>
                  <a:lnTo>
                    <a:pt x="2180460" y="0"/>
                  </a:lnTo>
                  <a:lnTo>
                    <a:pt x="2180460" y="4274726"/>
                  </a:lnTo>
                  <a:lnTo>
                    <a:pt x="0" y="4274726"/>
                  </a:lnTo>
                  <a:close/>
                </a:path>
              </a:pathLst>
            </a:custGeom>
            <a:solidFill>
              <a:srgbClr val="0B154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2180460" cy="4398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466813" y="5573637"/>
            <a:ext cx="1714115" cy="2447113"/>
            <a:chOff x="0" y="0"/>
            <a:chExt cx="2285487" cy="3262818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02188" cy="719917"/>
              <a:chOff x="0" y="0"/>
              <a:chExt cx="39938" cy="14220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9938" cy="142206"/>
              </a:xfrm>
              <a:custGeom>
                <a:avLst/>
                <a:gdLst/>
                <a:ahLst/>
                <a:cxnLst/>
                <a:rect l="l" t="t" r="r" b="b"/>
                <a:pathLst>
                  <a:path w="39938" h="142206">
                    <a:moveTo>
                      <a:pt x="0" y="0"/>
                    </a:moveTo>
                    <a:lnTo>
                      <a:pt x="39938" y="0"/>
                    </a:lnTo>
                    <a:lnTo>
                      <a:pt x="39938" y="142206"/>
                    </a:lnTo>
                    <a:lnTo>
                      <a:pt x="0" y="142206"/>
                    </a:lnTo>
                    <a:close/>
                  </a:path>
                </a:pathLst>
              </a:custGeom>
              <a:solidFill>
                <a:srgbClr val="0B154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123825"/>
                <a:ext cx="39938" cy="2660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4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2083299" y="0"/>
              <a:ext cx="202188" cy="719917"/>
              <a:chOff x="0" y="0"/>
              <a:chExt cx="39938" cy="14220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39938" cy="142206"/>
              </a:xfrm>
              <a:custGeom>
                <a:avLst/>
                <a:gdLst/>
                <a:ahLst/>
                <a:cxnLst/>
                <a:rect l="l" t="t" r="r" b="b"/>
                <a:pathLst>
                  <a:path w="39938" h="142206">
                    <a:moveTo>
                      <a:pt x="0" y="0"/>
                    </a:moveTo>
                    <a:lnTo>
                      <a:pt x="39938" y="0"/>
                    </a:lnTo>
                    <a:lnTo>
                      <a:pt x="39938" y="142206"/>
                    </a:lnTo>
                    <a:lnTo>
                      <a:pt x="0" y="142206"/>
                    </a:lnTo>
                    <a:close/>
                  </a:path>
                </a:pathLst>
              </a:custGeom>
              <a:solidFill>
                <a:srgbClr val="0B154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123825"/>
                <a:ext cx="39938" cy="2660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4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2542901"/>
              <a:ext cx="202188" cy="719917"/>
              <a:chOff x="0" y="0"/>
              <a:chExt cx="39938" cy="14220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9938" cy="142206"/>
              </a:xfrm>
              <a:custGeom>
                <a:avLst/>
                <a:gdLst/>
                <a:ahLst/>
                <a:cxnLst/>
                <a:rect l="l" t="t" r="r" b="b"/>
                <a:pathLst>
                  <a:path w="39938" h="142206">
                    <a:moveTo>
                      <a:pt x="0" y="0"/>
                    </a:moveTo>
                    <a:lnTo>
                      <a:pt x="39938" y="0"/>
                    </a:lnTo>
                    <a:lnTo>
                      <a:pt x="39938" y="142206"/>
                    </a:lnTo>
                    <a:lnTo>
                      <a:pt x="0" y="142206"/>
                    </a:lnTo>
                    <a:close/>
                  </a:path>
                </a:pathLst>
              </a:custGeom>
              <a:solidFill>
                <a:srgbClr val="0B154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23825"/>
                <a:ext cx="39938" cy="2660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4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2083299" y="2542901"/>
              <a:ext cx="202188" cy="719917"/>
              <a:chOff x="0" y="0"/>
              <a:chExt cx="39938" cy="14220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39938" cy="142206"/>
              </a:xfrm>
              <a:custGeom>
                <a:avLst/>
                <a:gdLst/>
                <a:ahLst/>
                <a:cxnLst/>
                <a:rect l="l" t="t" r="r" b="b"/>
                <a:pathLst>
                  <a:path w="39938" h="142206">
                    <a:moveTo>
                      <a:pt x="0" y="0"/>
                    </a:moveTo>
                    <a:lnTo>
                      <a:pt x="39938" y="0"/>
                    </a:lnTo>
                    <a:lnTo>
                      <a:pt x="39938" y="142206"/>
                    </a:lnTo>
                    <a:lnTo>
                      <a:pt x="0" y="142206"/>
                    </a:lnTo>
                    <a:close/>
                  </a:path>
                </a:pathLst>
              </a:custGeom>
              <a:solidFill>
                <a:srgbClr val="0B154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39938" cy="2660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42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37" name="Freeform 37"/>
          <p:cNvSpPr/>
          <p:nvPr/>
        </p:nvSpPr>
        <p:spPr>
          <a:xfrm rot="-10800000">
            <a:off x="13103608" y="3364758"/>
            <a:ext cx="2403630" cy="2208879"/>
          </a:xfrm>
          <a:custGeom>
            <a:avLst/>
            <a:gdLst/>
            <a:ahLst/>
            <a:cxnLst/>
            <a:rect l="l" t="t" r="r" b="b"/>
            <a:pathLst>
              <a:path w="2403630" h="2208879">
                <a:moveTo>
                  <a:pt x="0" y="0"/>
                </a:moveTo>
                <a:lnTo>
                  <a:pt x="2403630" y="0"/>
                </a:lnTo>
                <a:lnTo>
                  <a:pt x="2403630" y="2208879"/>
                </a:lnTo>
                <a:lnTo>
                  <a:pt x="0" y="2208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079" b="-2015"/>
            </a:stretch>
          </a:blipFill>
        </p:spPr>
      </p:sp>
      <p:grpSp>
        <p:nvGrpSpPr>
          <p:cNvPr id="38" name="Group 38"/>
          <p:cNvGrpSpPr/>
          <p:nvPr/>
        </p:nvGrpSpPr>
        <p:grpSpPr>
          <a:xfrm rot="10579451">
            <a:off x="15921503" y="3981119"/>
            <a:ext cx="1448064" cy="557572"/>
            <a:chOff x="0" y="0"/>
            <a:chExt cx="1930752" cy="743429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1930752" cy="743429"/>
              <a:chOff x="0" y="0"/>
              <a:chExt cx="812800" cy="31296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31296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12966">
                    <a:moveTo>
                      <a:pt x="406400" y="0"/>
                    </a:moveTo>
                    <a:cubicBezTo>
                      <a:pt x="181951" y="0"/>
                      <a:pt x="0" y="70060"/>
                      <a:pt x="0" y="156483"/>
                    </a:cubicBezTo>
                    <a:cubicBezTo>
                      <a:pt x="0" y="242906"/>
                      <a:pt x="181951" y="312966"/>
                      <a:pt x="406400" y="312966"/>
                    </a:cubicBezTo>
                    <a:cubicBezTo>
                      <a:pt x="630849" y="312966"/>
                      <a:pt x="812800" y="242906"/>
                      <a:pt x="812800" y="156483"/>
                    </a:cubicBezTo>
                    <a:cubicBezTo>
                      <a:pt x="812800" y="7006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87CDF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-94484"/>
                <a:ext cx="660400" cy="3781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635806" y="42144"/>
              <a:ext cx="659140" cy="659140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 rot="-10800000">
            <a:off x="13555078" y="5254481"/>
            <a:ext cx="1528060" cy="3042036"/>
            <a:chOff x="0" y="0"/>
            <a:chExt cx="544375" cy="108373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44375" cy="1083733"/>
            </a:xfrm>
            <a:custGeom>
              <a:avLst/>
              <a:gdLst/>
              <a:ahLst/>
              <a:cxnLst/>
              <a:rect l="l" t="t" r="r" b="b"/>
              <a:pathLst>
                <a:path w="544375" h="1083733">
                  <a:moveTo>
                    <a:pt x="101330" y="0"/>
                  </a:moveTo>
                  <a:lnTo>
                    <a:pt x="443045" y="0"/>
                  </a:lnTo>
                  <a:cubicBezTo>
                    <a:pt x="469920" y="0"/>
                    <a:pt x="495693" y="10676"/>
                    <a:pt x="514696" y="29679"/>
                  </a:cubicBezTo>
                  <a:cubicBezTo>
                    <a:pt x="533699" y="48682"/>
                    <a:pt x="544375" y="74456"/>
                    <a:pt x="544375" y="101330"/>
                  </a:cubicBezTo>
                  <a:lnTo>
                    <a:pt x="544375" y="982403"/>
                  </a:lnTo>
                  <a:cubicBezTo>
                    <a:pt x="544375" y="1009278"/>
                    <a:pt x="533699" y="1035051"/>
                    <a:pt x="514696" y="1054054"/>
                  </a:cubicBezTo>
                  <a:cubicBezTo>
                    <a:pt x="495693" y="1073058"/>
                    <a:pt x="469920" y="1083733"/>
                    <a:pt x="443045" y="1083733"/>
                  </a:cubicBezTo>
                  <a:lnTo>
                    <a:pt x="101330" y="1083733"/>
                  </a:lnTo>
                  <a:cubicBezTo>
                    <a:pt x="45367" y="1083733"/>
                    <a:pt x="0" y="1038366"/>
                    <a:pt x="0" y="982403"/>
                  </a:cubicBezTo>
                  <a:lnTo>
                    <a:pt x="0" y="101330"/>
                  </a:lnTo>
                  <a:cubicBezTo>
                    <a:pt x="0" y="45367"/>
                    <a:pt x="45367" y="0"/>
                    <a:pt x="101330" y="0"/>
                  </a:cubicBezTo>
                  <a:close/>
                </a:path>
              </a:pathLst>
            </a:custGeom>
            <a:solidFill>
              <a:srgbClr val="1F3B9B"/>
            </a:solidFill>
            <a:ln cap="sq">
              <a:noFill/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0" y="-123825"/>
              <a:ext cx="544375" cy="1207558"/>
            </a:xfrm>
            <a:prstGeom prst="rect">
              <a:avLst/>
            </a:prstGeom>
          </p:spPr>
          <p:txBody>
            <a:bodyPr lIns="37556" tIns="37556" rIns="37556" bIns="37556" rtlCol="0" anchor="ctr"/>
            <a:lstStyle/>
            <a:p>
              <a:pPr marL="0" lvl="0" indent="0" algn="ctr">
                <a:lnSpc>
                  <a:spcPts val="433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 rot="-10800000">
            <a:off x="13815623" y="6690998"/>
            <a:ext cx="1006970" cy="985845"/>
            <a:chOff x="0" y="0"/>
            <a:chExt cx="358736" cy="35121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58736" cy="351210"/>
            </a:xfrm>
            <a:custGeom>
              <a:avLst/>
              <a:gdLst/>
              <a:ahLst/>
              <a:cxnLst/>
              <a:rect l="l" t="t" r="r" b="b"/>
              <a:pathLst>
                <a:path w="358736" h="351210">
                  <a:moveTo>
                    <a:pt x="153767" y="0"/>
                  </a:moveTo>
                  <a:lnTo>
                    <a:pt x="204969" y="0"/>
                  </a:lnTo>
                  <a:cubicBezTo>
                    <a:pt x="245751" y="0"/>
                    <a:pt x="284862" y="16200"/>
                    <a:pt x="313699" y="45037"/>
                  </a:cubicBezTo>
                  <a:cubicBezTo>
                    <a:pt x="342535" y="73874"/>
                    <a:pt x="358736" y="112985"/>
                    <a:pt x="358736" y="153767"/>
                  </a:cubicBezTo>
                  <a:lnTo>
                    <a:pt x="358736" y="197443"/>
                  </a:lnTo>
                  <a:cubicBezTo>
                    <a:pt x="358736" y="238225"/>
                    <a:pt x="342535" y="277336"/>
                    <a:pt x="313699" y="306173"/>
                  </a:cubicBezTo>
                  <a:cubicBezTo>
                    <a:pt x="284862" y="335010"/>
                    <a:pt x="245751" y="351210"/>
                    <a:pt x="204969" y="351210"/>
                  </a:cubicBezTo>
                  <a:lnTo>
                    <a:pt x="153767" y="351210"/>
                  </a:lnTo>
                  <a:cubicBezTo>
                    <a:pt x="112985" y="351210"/>
                    <a:pt x="73874" y="335010"/>
                    <a:pt x="45037" y="306173"/>
                  </a:cubicBezTo>
                  <a:cubicBezTo>
                    <a:pt x="16200" y="277336"/>
                    <a:pt x="0" y="238225"/>
                    <a:pt x="0" y="197443"/>
                  </a:cubicBezTo>
                  <a:lnTo>
                    <a:pt x="0" y="153767"/>
                  </a:lnTo>
                  <a:cubicBezTo>
                    <a:pt x="0" y="112985"/>
                    <a:pt x="16200" y="73874"/>
                    <a:pt x="45037" y="45037"/>
                  </a:cubicBezTo>
                  <a:cubicBezTo>
                    <a:pt x="73874" y="16200"/>
                    <a:pt x="112985" y="0"/>
                    <a:pt x="153767" y="0"/>
                  </a:cubicBezTo>
                  <a:close/>
                </a:path>
              </a:pathLst>
            </a:custGeom>
            <a:solidFill>
              <a:srgbClr val="4C62AF"/>
            </a:solidFill>
            <a:ln cap="sq">
              <a:noFill/>
              <a:prstDash val="solid"/>
              <a:miter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0" y="-123825"/>
              <a:ext cx="358736" cy="475035"/>
            </a:xfrm>
            <a:prstGeom prst="rect">
              <a:avLst/>
            </a:prstGeom>
          </p:spPr>
          <p:txBody>
            <a:bodyPr lIns="37556" tIns="37556" rIns="37556" bIns="37556" rtlCol="0" anchor="ctr"/>
            <a:lstStyle/>
            <a:p>
              <a:pPr marL="0" lvl="0" indent="0" algn="ctr">
                <a:lnSpc>
                  <a:spcPts val="433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 rot="-10800000">
            <a:off x="13618454" y="5381232"/>
            <a:ext cx="1401308" cy="732342"/>
            <a:chOff x="0" y="0"/>
            <a:chExt cx="499220" cy="260899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99220" cy="260899"/>
            </a:xfrm>
            <a:custGeom>
              <a:avLst/>
              <a:gdLst/>
              <a:ahLst/>
              <a:cxnLst/>
              <a:rect l="l" t="t" r="r" b="b"/>
              <a:pathLst>
                <a:path w="499220" h="260899">
                  <a:moveTo>
                    <a:pt x="130449" y="0"/>
                  </a:moveTo>
                  <a:lnTo>
                    <a:pt x="368770" y="0"/>
                  </a:lnTo>
                  <a:cubicBezTo>
                    <a:pt x="440816" y="0"/>
                    <a:pt x="499220" y="58404"/>
                    <a:pt x="499220" y="130449"/>
                  </a:cubicBezTo>
                  <a:lnTo>
                    <a:pt x="499220" y="130449"/>
                  </a:lnTo>
                  <a:cubicBezTo>
                    <a:pt x="499220" y="165047"/>
                    <a:pt x="485476" y="198227"/>
                    <a:pt x="461012" y="222691"/>
                  </a:cubicBezTo>
                  <a:cubicBezTo>
                    <a:pt x="436548" y="247155"/>
                    <a:pt x="403368" y="260899"/>
                    <a:pt x="368770" y="260899"/>
                  </a:cubicBezTo>
                  <a:lnTo>
                    <a:pt x="130449" y="260899"/>
                  </a:lnTo>
                  <a:cubicBezTo>
                    <a:pt x="58404" y="260899"/>
                    <a:pt x="0" y="202495"/>
                    <a:pt x="0" y="130449"/>
                  </a:cubicBezTo>
                  <a:lnTo>
                    <a:pt x="0" y="130449"/>
                  </a:lnTo>
                  <a:cubicBezTo>
                    <a:pt x="0" y="58404"/>
                    <a:pt x="58404" y="0"/>
                    <a:pt x="130449" y="0"/>
                  </a:cubicBezTo>
                  <a:close/>
                </a:path>
              </a:pathLst>
            </a:custGeom>
            <a:solidFill>
              <a:srgbClr val="4C62AF"/>
            </a:solidFill>
            <a:ln cap="rnd">
              <a:noFill/>
              <a:prstDash val="solid"/>
              <a:round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0" y="-123825"/>
              <a:ext cx="499220" cy="384724"/>
            </a:xfrm>
            <a:prstGeom prst="rect">
              <a:avLst/>
            </a:prstGeom>
          </p:spPr>
          <p:txBody>
            <a:bodyPr lIns="37556" tIns="37556" rIns="37556" bIns="37556" rtlCol="0" anchor="ctr"/>
            <a:lstStyle/>
            <a:p>
              <a:pPr marL="0" lvl="0" indent="0" algn="ctr">
                <a:lnSpc>
                  <a:spcPts val="433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 rot="-10800000">
            <a:off x="13949745" y="5286147"/>
            <a:ext cx="242163" cy="67623"/>
            <a:chOff x="0" y="0"/>
            <a:chExt cx="86271" cy="24091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6271" cy="24091"/>
            </a:xfrm>
            <a:custGeom>
              <a:avLst/>
              <a:gdLst/>
              <a:ahLst/>
              <a:cxnLst/>
              <a:rect l="l" t="t" r="r" b="b"/>
              <a:pathLst>
                <a:path w="86271" h="24091">
                  <a:moveTo>
                    <a:pt x="12045" y="0"/>
                  </a:moveTo>
                  <a:lnTo>
                    <a:pt x="74226" y="0"/>
                  </a:lnTo>
                  <a:cubicBezTo>
                    <a:pt x="77420" y="0"/>
                    <a:pt x="80484" y="1269"/>
                    <a:pt x="82743" y="3528"/>
                  </a:cubicBezTo>
                  <a:cubicBezTo>
                    <a:pt x="85002" y="5787"/>
                    <a:pt x="86271" y="8851"/>
                    <a:pt x="86271" y="12045"/>
                  </a:cubicBezTo>
                  <a:lnTo>
                    <a:pt x="86271" y="12045"/>
                  </a:lnTo>
                  <a:cubicBezTo>
                    <a:pt x="86271" y="18698"/>
                    <a:pt x="80878" y="24091"/>
                    <a:pt x="74226" y="24091"/>
                  </a:cubicBezTo>
                  <a:lnTo>
                    <a:pt x="12045" y="24091"/>
                  </a:lnTo>
                  <a:cubicBezTo>
                    <a:pt x="8851" y="24091"/>
                    <a:pt x="5787" y="22822"/>
                    <a:pt x="3528" y="20563"/>
                  </a:cubicBezTo>
                  <a:cubicBezTo>
                    <a:pt x="1269" y="18304"/>
                    <a:pt x="0" y="15240"/>
                    <a:pt x="0" y="12045"/>
                  </a:cubicBezTo>
                  <a:lnTo>
                    <a:pt x="0" y="12045"/>
                  </a:lnTo>
                  <a:cubicBezTo>
                    <a:pt x="0" y="8851"/>
                    <a:pt x="1269" y="5787"/>
                    <a:pt x="3528" y="3528"/>
                  </a:cubicBezTo>
                  <a:cubicBezTo>
                    <a:pt x="5787" y="1269"/>
                    <a:pt x="8851" y="0"/>
                    <a:pt x="12045" y="0"/>
                  </a:cubicBezTo>
                  <a:close/>
                </a:path>
              </a:pathLst>
            </a:custGeom>
            <a:solidFill>
              <a:srgbClr val="EAEA28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123825"/>
              <a:ext cx="86271" cy="147916"/>
            </a:xfrm>
            <a:prstGeom prst="rect">
              <a:avLst/>
            </a:prstGeom>
          </p:spPr>
          <p:txBody>
            <a:bodyPr lIns="37556" tIns="37556" rIns="37556" bIns="37556" rtlCol="0" anchor="ctr"/>
            <a:lstStyle/>
            <a:p>
              <a:pPr algn="ctr">
                <a:lnSpc>
                  <a:spcPts val="4419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 rot="-10800000">
            <a:off x="14418937" y="5286147"/>
            <a:ext cx="242163" cy="67623"/>
            <a:chOff x="0" y="0"/>
            <a:chExt cx="86271" cy="24091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6271" cy="24091"/>
            </a:xfrm>
            <a:custGeom>
              <a:avLst/>
              <a:gdLst/>
              <a:ahLst/>
              <a:cxnLst/>
              <a:rect l="l" t="t" r="r" b="b"/>
              <a:pathLst>
                <a:path w="86271" h="24091">
                  <a:moveTo>
                    <a:pt x="12045" y="0"/>
                  </a:moveTo>
                  <a:lnTo>
                    <a:pt x="74226" y="0"/>
                  </a:lnTo>
                  <a:cubicBezTo>
                    <a:pt x="77420" y="0"/>
                    <a:pt x="80484" y="1269"/>
                    <a:pt x="82743" y="3528"/>
                  </a:cubicBezTo>
                  <a:cubicBezTo>
                    <a:pt x="85002" y="5787"/>
                    <a:pt x="86271" y="8851"/>
                    <a:pt x="86271" y="12045"/>
                  </a:cubicBezTo>
                  <a:lnTo>
                    <a:pt x="86271" y="12045"/>
                  </a:lnTo>
                  <a:cubicBezTo>
                    <a:pt x="86271" y="18698"/>
                    <a:pt x="80878" y="24091"/>
                    <a:pt x="74226" y="24091"/>
                  </a:cubicBezTo>
                  <a:lnTo>
                    <a:pt x="12045" y="24091"/>
                  </a:lnTo>
                  <a:cubicBezTo>
                    <a:pt x="8851" y="24091"/>
                    <a:pt x="5787" y="22822"/>
                    <a:pt x="3528" y="20563"/>
                  </a:cubicBezTo>
                  <a:cubicBezTo>
                    <a:pt x="1269" y="18304"/>
                    <a:pt x="0" y="15240"/>
                    <a:pt x="0" y="12045"/>
                  </a:cubicBezTo>
                  <a:lnTo>
                    <a:pt x="0" y="12045"/>
                  </a:lnTo>
                  <a:cubicBezTo>
                    <a:pt x="0" y="8851"/>
                    <a:pt x="1269" y="5787"/>
                    <a:pt x="3528" y="3528"/>
                  </a:cubicBezTo>
                  <a:cubicBezTo>
                    <a:pt x="5787" y="1269"/>
                    <a:pt x="8851" y="0"/>
                    <a:pt x="12045" y="0"/>
                  </a:cubicBezTo>
                  <a:close/>
                </a:path>
              </a:pathLst>
            </a:custGeom>
            <a:solidFill>
              <a:srgbClr val="EAEA28"/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0" y="-123825"/>
              <a:ext cx="86271" cy="147916"/>
            </a:xfrm>
            <a:prstGeom prst="rect">
              <a:avLst/>
            </a:prstGeom>
          </p:spPr>
          <p:txBody>
            <a:bodyPr lIns="37556" tIns="37556" rIns="37556" bIns="37556" rtlCol="0" anchor="ctr"/>
            <a:lstStyle/>
            <a:p>
              <a:pPr algn="ctr">
                <a:lnSpc>
                  <a:spcPts val="4419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645912" y="6190083"/>
            <a:ext cx="1346392" cy="412749"/>
            <a:chOff x="0" y="0"/>
            <a:chExt cx="597833" cy="183271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597833" cy="183271"/>
            </a:xfrm>
            <a:custGeom>
              <a:avLst/>
              <a:gdLst/>
              <a:ahLst/>
              <a:cxnLst/>
              <a:rect l="l" t="t" r="r" b="b"/>
              <a:pathLst>
                <a:path w="597833" h="183271">
                  <a:moveTo>
                    <a:pt x="203200" y="183271"/>
                  </a:moveTo>
                  <a:lnTo>
                    <a:pt x="394633" y="183271"/>
                  </a:lnTo>
                  <a:lnTo>
                    <a:pt x="597833" y="0"/>
                  </a:lnTo>
                  <a:lnTo>
                    <a:pt x="0" y="0"/>
                  </a:lnTo>
                  <a:lnTo>
                    <a:pt x="203200" y="183271"/>
                  </a:lnTo>
                  <a:close/>
                </a:path>
              </a:pathLst>
            </a:custGeom>
            <a:solidFill>
              <a:srgbClr val="0B1541"/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127000" y="-123825"/>
              <a:ext cx="343833" cy="307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20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3625882" y="6505122"/>
            <a:ext cx="151641" cy="1396130"/>
            <a:chOff x="0" y="0"/>
            <a:chExt cx="39938" cy="367705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9938" cy="367705"/>
            </a:xfrm>
            <a:custGeom>
              <a:avLst/>
              <a:gdLst/>
              <a:ahLst/>
              <a:cxnLst/>
              <a:rect l="l" t="t" r="r" b="b"/>
              <a:pathLst>
                <a:path w="39938" h="367705">
                  <a:moveTo>
                    <a:pt x="0" y="0"/>
                  </a:moveTo>
                  <a:lnTo>
                    <a:pt x="39938" y="0"/>
                  </a:lnTo>
                  <a:lnTo>
                    <a:pt x="39938" y="367705"/>
                  </a:lnTo>
                  <a:lnTo>
                    <a:pt x="0" y="367705"/>
                  </a:lnTo>
                  <a:close/>
                </a:path>
              </a:pathLst>
            </a:custGeom>
            <a:solidFill>
              <a:srgbClr val="0B1541"/>
            </a:solidFill>
            <a:ln cap="sq">
              <a:noFill/>
              <a:prstDash val="solid"/>
              <a:miter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0" y="-123825"/>
              <a:ext cx="39938" cy="491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4868121" y="6505122"/>
            <a:ext cx="151641" cy="1396130"/>
            <a:chOff x="0" y="0"/>
            <a:chExt cx="39938" cy="367705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9938" cy="367705"/>
            </a:xfrm>
            <a:custGeom>
              <a:avLst/>
              <a:gdLst/>
              <a:ahLst/>
              <a:cxnLst/>
              <a:rect l="l" t="t" r="r" b="b"/>
              <a:pathLst>
                <a:path w="39938" h="367705">
                  <a:moveTo>
                    <a:pt x="0" y="0"/>
                  </a:moveTo>
                  <a:lnTo>
                    <a:pt x="39938" y="0"/>
                  </a:lnTo>
                  <a:lnTo>
                    <a:pt x="39938" y="367705"/>
                  </a:lnTo>
                  <a:lnTo>
                    <a:pt x="0" y="367705"/>
                  </a:lnTo>
                  <a:close/>
                </a:path>
              </a:pathLst>
            </a:custGeom>
            <a:solidFill>
              <a:srgbClr val="0B1541"/>
            </a:solidFill>
            <a:ln cap="sq">
              <a:noFill/>
              <a:prstDash val="solid"/>
              <a:miter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0" y="-123825"/>
              <a:ext cx="39938" cy="491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 rot="-10800000">
            <a:off x="13645912" y="7750782"/>
            <a:ext cx="1346392" cy="412749"/>
            <a:chOff x="0" y="0"/>
            <a:chExt cx="597833" cy="183271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597833" cy="183271"/>
            </a:xfrm>
            <a:custGeom>
              <a:avLst/>
              <a:gdLst/>
              <a:ahLst/>
              <a:cxnLst/>
              <a:rect l="l" t="t" r="r" b="b"/>
              <a:pathLst>
                <a:path w="597833" h="183271">
                  <a:moveTo>
                    <a:pt x="203200" y="183271"/>
                  </a:moveTo>
                  <a:lnTo>
                    <a:pt x="394633" y="183271"/>
                  </a:lnTo>
                  <a:lnTo>
                    <a:pt x="597833" y="0"/>
                  </a:lnTo>
                  <a:lnTo>
                    <a:pt x="0" y="0"/>
                  </a:lnTo>
                  <a:lnTo>
                    <a:pt x="203200" y="183271"/>
                  </a:lnTo>
                  <a:close/>
                </a:path>
              </a:pathLst>
            </a:custGeom>
            <a:solidFill>
              <a:srgbClr val="0B1541"/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127000" y="-123825"/>
              <a:ext cx="343833" cy="307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20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 rot="-9870462">
            <a:off x="15000250" y="6349401"/>
            <a:ext cx="254489" cy="94113"/>
            <a:chOff x="0" y="0"/>
            <a:chExt cx="90662" cy="33528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90662" cy="33528"/>
            </a:xfrm>
            <a:custGeom>
              <a:avLst/>
              <a:gdLst/>
              <a:ahLst/>
              <a:cxnLst/>
              <a:rect l="l" t="t" r="r" b="b"/>
              <a:pathLst>
                <a:path w="90662" h="33528">
                  <a:moveTo>
                    <a:pt x="45331" y="0"/>
                  </a:moveTo>
                  <a:cubicBezTo>
                    <a:pt x="20295" y="0"/>
                    <a:pt x="0" y="7506"/>
                    <a:pt x="0" y="16764"/>
                  </a:cubicBezTo>
                  <a:cubicBezTo>
                    <a:pt x="0" y="26023"/>
                    <a:pt x="20295" y="33528"/>
                    <a:pt x="45331" y="33528"/>
                  </a:cubicBezTo>
                  <a:cubicBezTo>
                    <a:pt x="70367" y="33528"/>
                    <a:pt x="90662" y="26023"/>
                    <a:pt x="90662" y="16764"/>
                  </a:cubicBezTo>
                  <a:cubicBezTo>
                    <a:pt x="90662" y="7506"/>
                    <a:pt x="70367" y="0"/>
                    <a:pt x="45331" y="0"/>
                  </a:cubicBezTo>
                  <a:close/>
                </a:path>
              </a:pathLst>
            </a:custGeom>
            <a:solidFill>
              <a:srgbClr val="275CE4"/>
            </a:solidFill>
            <a:ln cap="sq">
              <a:noFill/>
              <a:prstDash val="solid"/>
              <a:miter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500" y="-120682"/>
              <a:ext cx="73663" cy="151067"/>
            </a:xfrm>
            <a:prstGeom prst="rect">
              <a:avLst/>
            </a:prstGeom>
          </p:spPr>
          <p:txBody>
            <a:bodyPr lIns="37556" tIns="37556" rIns="37556" bIns="37556" rtlCol="0" anchor="ctr"/>
            <a:lstStyle/>
            <a:p>
              <a:pPr marL="0" lvl="0" indent="0" algn="ctr">
                <a:lnSpc>
                  <a:spcPts val="433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5" name="Group 75"/>
          <p:cNvGrpSpPr/>
          <p:nvPr/>
        </p:nvGrpSpPr>
        <p:grpSpPr>
          <a:xfrm rot="9883450">
            <a:off x="13356063" y="6348985"/>
            <a:ext cx="254489" cy="94113"/>
            <a:chOff x="0" y="0"/>
            <a:chExt cx="90662" cy="3352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90662" cy="33528"/>
            </a:xfrm>
            <a:custGeom>
              <a:avLst/>
              <a:gdLst/>
              <a:ahLst/>
              <a:cxnLst/>
              <a:rect l="l" t="t" r="r" b="b"/>
              <a:pathLst>
                <a:path w="90662" h="33528">
                  <a:moveTo>
                    <a:pt x="45331" y="0"/>
                  </a:moveTo>
                  <a:cubicBezTo>
                    <a:pt x="20295" y="0"/>
                    <a:pt x="0" y="7506"/>
                    <a:pt x="0" y="16764"/>
                  </a:cubicBezTo>
                  <a:cubicBezTo>
                    <a:pt x="0" y="26023"/>
                    <a:pt x="20295" y="33528"/>
                    <a:pt x="45331" y="33528"/>
                  </a:cubicBezTo>
                  <a:cubicBezTo>
                    <a:pt x="70367" y="33528"/>
                    <a:pt x="90662" y="26023"/>
                    <a:pt x="90662" y="16764"/>
                  </a:cubicBezTo>
                  <a:cubicBezTo>
                    <a:pt x="90662" y="7506"/>
                    <a:pt x="70367" y="0"/>
                    <a:pt x="45331" y="0"/>
                  </a:cubicBezTo>
                  <a:close/>
                </a:path>
              </a:pathLst>
            </a:custGeom>
            <a:solidFill>
              <a:srgbClr val="275CE4"/>
            </a:solidFill>
            <a:ln cap="sq">
              <a:noFill/>
              <a:prstDash val="solid"/>
              <a:miter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500" y="-120682"/>
              <a:ext cx="73663" cy="151067"/>
            </a:xfrm>
            <a:prstGeom prst="rect">
              <a:avLst/>
            </a:prstGeom>
          </p:spPr>
          <p:txBody>
            <a:bodyPr lIns="37556" tIns="37556" rIns="37556" bIns="37556" rtlCol="0" anchor="ctr"/>
            <a:lstStyle/>
            <a:p>
              <a:pPr marL="0" lvl="0" indent="0" algn="ctr">
                <a:lnSpc>
                  <a:spcPts val="433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5590947" y="8756254"/>
            <a:ext cx="1551605" cy="1053425"/>
            <a:chOff x="0" y="0"/>
            <a:chExt cx="2068806" cy="1404567"/>
          </a:xfrm>
        </p:grpSpPr>
        <p:grpSp>
          <p:nvGrpSpPr>
            <p:cNvPr id="79" name="Group 79"/>
            <p:cNvGrpSpPr/>
            <p:nvPr/>
          </p:nvGrpSpPr>
          <p:grpSpPr>
            <a:xfrm rot="-1301850">
              <a:off x="69027" y="330569"/>
              <a:ext cx="1930752" cy="743429"/>
              <a:chOff x="0" y="0"/>
              <a:chExt cx="812800" cy="312966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812800" cy="31296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12966">
                    <a:moveTo>
                      <a:pt x="406400" y="0"/>
                    </a:moveTo>
                    <a:cubicBezTo>
                      <a:pt x="181951" y="0"/>
                      <a:pt x="0" y="70060"/>
                      <a:pt x="0" y="156483"/>
                    </a:cubicBezTo>
                    <a:cubicBezTo>
                      <a:pt x="0" y="242906"/>
                      <a:pt x="181951" y="312966"/>
                      <a:pt x="406400" y="312966"/>
                    </a:cubicBezTo>
                    <a:cubicBezTo>
                      <a:pt x="630849" y="312966"/>
                      <a:pt x="812800" y="242906"/>
                      <a:pt x="812800" y="156483"/>
                    </a:cubicBezTo>
                    <a:cubicBezTo>
                      <a:pt x="812800" y="7006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B4B"/>
              </a:solidFill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76200" y="-94484"/>
                <a:ext cx="660400" cy="3781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 rot="-1301850">
              <a:off x="704833" y="372713"/>
              <a:ext cx="659140" cy="659140"/>
              <a:chOff x="0" y="0"/>
              <a:chExt cx="812800" cy="81280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</p:grpSp>
      <p:grpSp>
        <p:nvGrpSpPr>
          <p:cNvPr id="85" name="Group 85"/>
          <p:cNvGrpSpPr/>
          <p:nvPr/>
        </p:nvGrpSpPr>
        <p:grpSpPr>
          <a:xfrm>
            <a:off x="11634428" y="7810236"/>
            <a:ext cx="557572" cy="1448064"/>
            <a:chOff x="0" y="0"/>
            <a:chExt cx="743429" cy="1930752"/>
          </a:xfrm>
        </p:grpSpPr>
        <p:grpSp>
          <p:nvGrpSpPr>
            <p:cNvPr id="86" name="Group 86"/>
            <p:cNvGrpSpPr/>
            <p:nvPr/>
          </p:nvGrpSpPr>
          <p:grpSpPr>
            <a:xfrm rot="-5400000">
              <a:off x="-593662" y="593662"/>
              <a:ext cx="1930752" cy="743429"/>
              <a:chOff x="0" y="0"/>
              <a:chExt cx="812800" cy="312966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812800" cy="31296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12966">
                    <a:moveTo>
                      <a:pt x="406400" y="0"/>
                    </a:moveTo>
                    <a:cubicBezTo>
                      <a:pt x="181951" y="0"/>
                      <a:pt x="0" y="70060"/>
                      <a:pt x="0" y="156483"/>
                    </a:cubicBezTo>
                    <a:cubicBezTo>
                      <a:pt x="0" y="242906"/>
                      <a:pt x="181951" y="312966"/>
                      <a:pt x="406400" y="312966"/>
                    </a:cubicBezTo>
                    <a:cubicBezTo>
                      <a:pt x="630849" y="312966"/>
                      <a:pt x="812800" y="242906"/>
                      <a:pt x="812800" y="156483"/>
                    </a:cubicBezTo>
                    <a:cubicBezTo>
                      <a:pt x="812800" y="7006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3B9B"/>
              </a:solidFill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76200" y="-94484"/>
                <a:ext cx="660400" cy="3781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 rot="-5400000">
              <a:off x="42144" y="635806"/>
              <a:ext cx="659140" cy="659140"/>
              <a:chOff x="0" y="0"/>
              <a:chExt cx="812800" cy="812800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</p:grpSp>
      <p:sp>
        <p:nvSpPr>
          <p:cNvPr id="92" name="TextBox 92"/>
          <p:cNvSpPr txBox="1"/>
          <p:nvPr/>
        </p:nvSpPr>
        <p:spPr>
          <a:xfrm>
            <a:off x="734792" y="1651692"/>
            <a:ext cx="17115058" cy="12003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en-GB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Traffic Crash Analytics is a data analysis project that </a:t>
            </a:r>
            <a:r>
              <a:rPr lang="en-GB" sz="26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analyses </a:t>
            </a:r>
            <a:r>
              <a:rPr lang="en-GB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road accident data to identify crash patterns, high-risk areas, injury severity, and contributing factors using Python, Pandas, SQLite, and </a:t>
            </a:r>
            <a:r>
              <a:rPr lang="en-GB" sz="2600" dirty="0" err="1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Streamlit</a:t>
            </a:r>
            <a:r>
              <a:rPr lang="en-GB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  <a:endParaRPr lang="en-US" sz="2600" dirty="0">
              <a:solidFill>
                <a:srgbClr val="FFFFF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99" name="TextBox 99"/>
          <p:cNvSpPr txBox="1"/>
          <p:nvPr/>
        </p:nvSpPr>
        <p:spPr>
          <a:xfrm>
            <a:off x="734792" y="509459"/>
            <a:ext cx="12949219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00"/>
              </a:lnSpc>
              <a:spcBef>
                <a:spcPct val="0"/>
              </a:spcBef>
            </a:pPr>
            <a:r>
              <a:rPr lang="en-US" sz="6000" b="1" spc="120" dirty="0" smtClean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Introduction</a:t>
            </a:r>
            <a:endParaRPr lang="en-US" sz="6000" b="1" spc="120" dirty="0">
              <a:solidFill>
                <a:srgbClr val="FFFFFF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100" name="TextBox 92"/>
          <p:cNvSpPr txBox="1"/>
          <p:nvPr/>
        </p:nvSpPr>
        <p:spPr>
          <a:xfrm>
            <a:off x="734792" y="4964828"/>
            <a:ext cx="17115058" cy="24006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6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Analyse </a:t>
            </a:r>
            <a:r>
              <a:rPr lang="en-GB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crash </a:t>
            </a:r>
            <a:r>
              <a:rPr lang="en-GB" sz="26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trends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Identify major causes of </a:t>
            </a:r>
            <a:r>
              <a:rPr lang="en-GB" sz="26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accidents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Study injury </a:t>
            </a:r>
            <a:r>
              <a:rPr lang="en-US" sz="26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severity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Build interactive dashboard</a:t>
            </a:r>
          </a:p>
        </p:txBody>
      </p:sp>
      <p:sp>
        <p:nvSpPr>
          <p:cNvPr id="101" name="TextBox 99"/>
          <p:cNvSpPr txBox="1"/>
          <p:nvPr/>
        </p:nvSpPr>
        <p:spPr>
          <a:xfrm>
            <a:off x="734792" y="3822595"/>
            <a:ext cx="12949219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00"/>
              </a:lnSpc>
              <a:spcBef>
                <a:spcPct val="0"/>
              </a:spcBef>
            </a:pPr>
            <a:r>
              <a:rPr lang="en-US" sz="6000" b="1" spc="120" dirty="0" smtClean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Objectives</a:t>
            </a:r>
            <a:endParaRPr lang="en-US" sz="6000" b="1" spc="120" dirty="0">
              <a:solidFill>
                <a:srgbClr val="FFFFFF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3517049" y="-4560151"/>
            <a:ext cx="11215802" cy="19240500"/>
            <a:chOff x="0" y="0"/>
            <a:chExt cx="2953956" cy="22711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53956" cy="2271157"/>
            </a:xfrm>
            <a:custGeom>
              <a:avLst/>
              <a:gdLst/>
              <a:ahLst/>
              <a:cxnLst/>
              <a:rect l="l" t="t" r="r" b="b"/>
              <a:pathLst>
                <a:path w="2953956" h="2271157">
                  <a:moveTo>
                    <a:pt x="0" y="0"/>
                  </a:moveTo>
                  <a:lnTo>
                    <a:pt x="2953956" y="0"/>
                  </a:lnTo>
                  <a:lnTo>
                    <a:pt x="2953956" y="2271157"/>
                  </a:lnTo>
                  <a:lnTo>
                    <a:pt x="0" y="2271157"/>
                  </a:lnTo>
                  <a:close/>
                </a:path>
              </a:pathLst>
            </a:custGeom>
            <a:solidFill>
              <a:srgbClr val="0B154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2953956" cy="23949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10950260" y="5061438"/>
            <a:ext cx="12020550" cy="164123"/>
            <a:chOff x="0" y="0"/>
            <a:chExt cx="3165906" cy="432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65906" cy="43226"/>
            </a:xfrm>
            <a:custGeom>
              <a:avLst/>
              <a:gdLst/>
              <a:ahLst/>
              <a:cxnLst/>
              <a:rect l="l" t="t" r="r" b="b"/>
              <a:pathLst>
                <a:path w="3165906" h="43226">
                  <a:moveTo>
                    <a:pt x="0" y="0"/>
                  </a:moveTo>
                  <a:lnTo>
                    <a:pt x="3165906" y="0"/>
                  </a:lnTo>
                  <a:lnTo>
                    <a:pt x="3165906" y="43226"/>
                  </a:lnTo>
                  <a:lnTo>
                    <a:pt x="0" y="43226"/>
                  </a:lnTo>
                  <a:close/>
                </a:path>
              </a:pathLst>
            </a:custGeom>
            <a:solidFill>
              <a:srgbClr val="FFDD8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23825"/>
              <a:ext cx="3165906" cy="167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2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16200000">
            <a:off x="4949375" y="5098170"/>
            <a:ext cx="10527761" cy="143741"/>
            <a:chOff x="0" y="0"/>
            <a:chExt cx="3165906" cy="4322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165906" cy="43226"/>
            </a:xfrm>
            <a:custGeom>
              <a:avLst/>
              <a:gdLst/>
              <a:ahLst/>
              <a:cxnLst/>
              <a:rect l="l" t="t" r="r" b="b"/>
              <a:pathLst>
                <a:path w="3165906" h="43226">
                  <a:moveTo>
                    <a:pt x="0" y="0"/>
                  </a:moveTo>
                  <a:lnTo>
                    <a:pt x="3165906" y="0"/>
                  </a:lnTo>
                  <a:lnTo>
                    <a:pt x="3165906" y="43226"/>
                  </a:lnTo>
                  <a:lnTo>
                    <a:pt x="0" y="43226"/>
                  </a:lnTo>
                  <a:close/>
                </a:path>
              </a:pathLst>
            </a:custGeom>
            <a:solidFill>
              <a:srgbClr val="FFDD8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23825"/>
              <a:ext cx="3165906" cy="167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2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16200000">
            <a:off x="10852359" y="10207346"/>
            <a:ext cx="1831326" cy="61531"/>
            <a:chOff x="0" y="0"/>
            <a:chExt cx="547795" cy="1840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47795" cy="18406"/>
            </a:xfrm>
            <a:custGeom>
              <a:avLst/>
              <a:gdLst/>
              <a:ahLst/>
              <a:cxnLst/>
              <a:rect l="l" t="t" r="r" b="b"/>
              <a:pathLst>
                <a:path w="547795" h="18406">
                  <a:moveTo>
                    <a:pt x="0" y="0"/>
                  </a:moveTo>
                  <a:lnTo>
                    <a:pt x="547795" y="0"/>
                  </a:lnTo>
                  <a:lnTo>
                    <a:pt x="547795" y="18406"/>
                  </a:lnTo>
                  <a:lnTo>
                    <a:pt x="0" y="184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23825"/>
              <a:ext cx="547795" cy="142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2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16200000">
            <a:off x="10852359" y="2607211"/>
            <a:ext cx="1831326" cy="61531"/>
            <a:chOff x="0" y="0"/>
            <a:chExt cx="547795" cy="1840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47795" cy="18406"/>
            </a:xfrm>
            <a:custGeom>
              <a:avLst/>
              <a:gdLst/>
              <a:ahLst/>
              <a:cxnLst/>
              <a:rect l="l" t="t" r="r" b="b"/>
              <a:pathLst>
                <a:path w="547795" h="18406">
                  <a:moveTo>
                    <a:pt x="0" y="0"/>
                  </a:moveTo>
                  <a:lnTo>
                    <a:pt x="547795" y="0"/>
                  </a:lnTo>
                  <a:lnTo>
                    <a:pt x="547795" y="18406"/>
                  </a:lnTo>
                  <a:lnTo>
                    <a:pt x="0" y="184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23825"/>
              <a:ext cx="547795" cy="142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2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16200000">
            <a:off x="10852359" y="7671340"/>
            <a:ext cx="1831326" cy="61531"/>
            <a:chOff x="0" y="0"/>
            <a:chExt cx="547795" cy="1840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47795" cy="18406"/>
            </a:xfrm>
            <a:custGeom>
              <a:avLst/>
              <a:gdLst/>
              <a:ahLst/>
              <a:cxnLst/>
              <a:rect l="l" t="t" r="r" b="b"/>
              <a:pathLst>
                <a:path w="547795" h="18406">
                  <a:moveTo>
                    <a:pt x="0" y="0"/>
                  </a:moveTo>
                  <a:lnTo>
                    <a:pt x="547795" y="0"/>
                  </a:lnTo>
                  <a:lnTo>
                    <a:pt x="547795" y="18406"/>
                  </a:lnTo>
                  <a:lnTo>
                    <a:pt x="0" y="184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23825"/>
              <a:ext cx="547795" cy="142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2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 rot="16200000">
            <a:off x="10852359" y="71205"/>
            <a:ext cx="1831326" cy="61531"/>
            <a:chOff x="0" y="0"/>
            <a:chExt cx="547795" cy="1840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7795" cy="18406"/>
            </a:xfrm>
            <a:custGeom>
              <a:avLst/>
              <a:gdLst/>
              <a:ahLst/>
              <a:cxnLst/>
              <a:rect l="l" t="t" r="r" b="b"/>
              <a:pathLst>
                <a:path w="547795" h="18406">
                  <a:moveTo>
                    <a:pt x="0" y="0"/>
                  </a:moveTo>
                  <a:lnTo>
                    <a:pt x="547795" y="0"/>
                  </a:lnTo>
                  <a:lnTo>
                    <a:pt x="547795" y="18406"/>
                  </a:lnTo>
                  <a:lnTo>
                    <a:pt x="0" y="184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123825"/>
              <a:ext cx="547795" cy="142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2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 rot="16200000">
            <a:off x="10852359" y="5139275"/>
            <a:ext cx="1831326" cy="61531"/>
            <a:chOff x="0" y="0"/>
            <a:chExt cx="547795" cy="1840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7795" cy="18406"/>
            </a:xfrm>
            <a:custGeom>
              <a:avLst/>
              <a:gdLst/>
              <a:ahLst/>
              <a:cxnLst/>
              <a:rect l="l" t="t" r="r" b="b"/>
              <a:pathLst>
                <a:path w="547795" h="18406">
                  <a:moveTo>
                    <a:pt x="0" y="0"/>
                  </a:moveTo>
                  <a:lnTo>
                    <a:pt x="547795" y="0"/>
                  </a:lnTo>
                  <a:lnTo>
                    <a:pt x="547795" y="18406"/>
                  </a:lnTo>
                  <a:lnTo>
                    <a:pt x="0" y="184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123825"/>
              <a:ext cx="547795" cy="142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2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 rot="16200000">
            <a:off x="13994661" y="10207346"/>
            <a:ext cx="1831326" cy="61531"/>
            <a:chOff x="0" y="0"/>
            <a:chExt cx="547795" cy="1840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47795" cy="18406"/>
            </a:xfrm>
            <a:custGeom>
              <a:avLst/>
              <a:gdLst/>
              <a:ahLst/>
              <a:cxnLst/>
              <a:rect l="l" t="t" r="r" b="b"/>
              <a:pathLst>
                <a:path w="547795" h="18406">
                  <a:moveTo>
                    <a:pt x="0" y="0"/>
                  </a:moveTo>
                  <a:lnTo>
                    <a:pt x="547795" y="0"/>
                  </a:lnTo>
                  <a:lnTo>
                    <a:pt x="547795" y="18406"/>
                  </a:lnTo>
                  <a:lnTo>
                    <a:pt x="0" y="184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123825"/>
              <a:ext cx="547795" cy="142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2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 rot="16200000">
            <a:off x="13994661" y="2607211"/>
            <a:ext cx="1831326" cy="61531"/>
            <a:chOff x="0" y="0"/>
            <a:chExt cx="547795" cy="1840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47795" cy="18406"/>
            </a:xfrm>
            <a:custGeom>
              <a:avLst/>
              <a:gdLst/>
              <a:ahLst/>
              <a:cxnLst/>
              <a:rect l="l" t="t" r="r" b="b"/>
              <a:pathLst>
                <a:path w="547795" h="18406">
                  <a:moveTo>
                    <a:pt x="0" y="0"/>
                  </a:moveTo>
                  <a:lnTo>
                    <a:pt x="547795" y="0"/>
                  </a:lnTo>
                  <a:lnTo>
                    <a:pt x="547795" y="18406"/>
                  </a:lnTo>
                  <a:lnTo>
                    <a:pt x="0" y="184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123825"/>
              <a:ext cx="547795" cy="142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2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 rot="16200000">
            <a:off x="13994661" y="7671340"/>
            <a:ext cx="1831326" cy="61531"/>
            <a:chOff x="0" y="0"/>
            <a:chExt cx="547795" cy="1840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47795" cy="18406"/>
            </a:xfrm>
            <a:custGeom>
              <a:avLst/>
              <a:gdLst/>
              <a:ahLst/>
              <a:cxnLst/>
              <a:rect l="l" t="t" r="r" b="b"/>
              <a:pathLst>
                <a:path w="547795" h="18406">
                  <a:moveTo>
                    <a:pt x="0" y="0"/>
                  </a:moveTo>
                  <a:lnTo>
                    <a:pt x="547795" y="0"/>
                  </a:lnTo>
                  <a:lnTo>
                    <a:pt x="547795" y="18406"/>
                  </a:lnTo>
                  <a:lnTo>
                    <a:pt x="0" y="184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123825"/>
              <a:ext cx="547795" cy="142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2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 rot="16200000">
            <a:off x="13994661" y="71205"/>
            <a:ext cx="1831326" cy="61531"/>
            <a:chOff x="0" y="0"/>
            <a:chExt cx="547795" cy="1840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47795" cy="18406"/>
            </a:xfrm>
            <a:custGeom>
              <a:avLst/>
              <a:gdLst/>
              <a:ahLst/>
              <a:cxnLst/>
              <a:rect l="l" t="t" r="r" b="b"/>
              <a:pathLst>
                <a:path w="547795" h="18406">
                  <a:moveTo>
                    <a:pt x="0" y="0"/>
                  </a:moveTo>
                  <a:lnTo>
                    <a:pt x="547795" y="0"/>
                  </a:lnTo>
                  <a:lnTo>
                    <a:pt x="547795" y="18406"/>
                  </a:lnTo>
                  <a:lnTo>
                    <a:pt x="0" y="184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123825"/>
              <a:ext cx="547795" cy="142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20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 rot="16200000">
            <a:off x="13994661" y="5139275"/>
            <a:ext cx="1831326" cy="61531"/>
            <a:chOff x="0" y="0"/>
            <a:chExt cx="547795" cy="1840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47795" cy="18406"/>
            </a:xfrm>
            <a:custGeom>
              <a:avLst/>
              <a:gdLst/>
              <a:ahLst/>
              <a:cxnLst/>
              <a:rect l="l" t="t" r="r" b="b"/>
              <a:pathLst>
                <a:path w="547795" h="18406">
                  <a:moveTo>
                    <a:pt x="0" y="0"/>
                  </a:moveTo>
                  <a:lnTo>
                    <a:pt x="547795" y="0"/>
                  </a:lnTo>
                  <a:lnTo>
                    <a:pt x="547795" y="18406"/>
                  </a:lnTo>
                  <a:lnTo>
                    <a:pt x="0" y="184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123825"/>
              <a:ext cx="547795" cy="142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20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 rot="16200000">
            <a:off x="8058909" y="5098170"/>
            <a:ext cx="10527761" cy="143741"/>
            <a:chOff x="0" y="0"/>
            <a:chExt cx="3165906" cy="4322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165906" cy="43226"/>
            </a:xfrm>
            <a:custGeom>
              <a:avLst/>
              <a:gdLst/>
              <a:ahLst/>
              <a:cxnLst/>
              <a:rect l="l" t="t" r="r" b="b"/>
              <a:pathLst>
                <a:path w="3165906" h="43226">
                  <a:moveTo>
                    <a:pt x="0" y="0"/>
                  </a:moveTo>
                  <a:lnTo>
                    <a:pt x="3165906" y="0"/>
                  </a:lnTo>
                  <a:lnTo>
                    <a:pt x="3165906" y="43226"/>
                  </a:lnTo>
                  <a:lnTo>
                    <a:pt x="0" y="43226"/>
                  </a:lnTo>
                  <a:close/>
                </a:path>
              </a:pathLst>
            </a:custGeom>
            <a:solidFill>
              <a:srgbClr val="FFDD8C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123825"/>
              <a:ext cx="3165906" cy="167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20"/>
                </a:lnSpc>
              </a:pPr>
              <a:endParaRPr/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9579138" y="1841117"/>
            <a:ext cx="7919780" cy="6612213"/>
            <a:chOff x="9579138" y="1841117"/>
            <a:chExt cx="7919780" cy="6612213"/>
          </a:xfrm>
        </p:grpSpPr>
        <p:grpSp>
          <p:nvGrpSpPr>
            <p:cNvPr id="49" name="Group 49"/>
            <p:cNvGrpSpPr/>
            <p:nvPr/>
          </p:nvGrpSpPr>
          <p:grpSpPr>
            <a:xfrm>
              <a:off x="9579138" y="7965001"/>
              <a:ext cx="1268234" cy="488329"/>
              <a:chOff x="0" y="0"/>
              <a:chExt cx="812800" cy="31296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812800" cy="31296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12966">
                    <a:moveTo>
                      <a:pt x="406400" y="0"/>
                    </a:moveTo>
                    <a:cubicBezTo>
                      <a:pt x="181951" y="0"/>
                      <a:pt x="0" y="70060"/>
                      <a:pt x="0" y="156483"/>
                    </a:cubicBezTo>
                    <a:cubicBezTo>
                      <a:pt x="0" y="242906"/>
                      <a:pt x="181951" y="312966"/>
                      <a:pt x="406400" y="312966"/>
                    </a:cubicBezTo>
                    <a:cubicBezTo>
                      <a:pt x="630849" y="312966"/>
                      <a:pt x="812800" y="242906"/>
                      <a:pt x="812800" y="156483"/>
                    </a:cubicBezTo>
                    <a:cubicBezTo>
                      <a:pt x="812800" y="7006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3B9B"/>
              </a:solidFill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6200" y="-94484"/>
                <a:ext cx="660400" cy="3781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996773" y="7992684"/>
              <a:ext cx="432963" cy="432963"/>
              <a:chOff x="0" y="0"/>
              <a:chExt cx="812800" cy="8128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 rot="2131530">
              <a:off x="10141384" y="4608668"/>
              <a:ext cx="1268234" cy="488329"/>
              <a:chOff x="0" y="0"/>
              <a:chExt cx="812800" cy="31296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12800" cy="31296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12966">
                    <a:moveTo>
                      <a:pt x="406400" y="0"/>
                    </a:moveTo>
                    <a:cubicBezTo>
                      <a:pt x="181951" y="0"/>
                      <a:pt x="0" y="70060"/>
                      <a:pt x="0" y="156483"/>
                    </a:cubicBezTo>
                    <a:cubicBezTo>
                      <a:pt x="0" y="242906"/>
                      <a:pt x="181951" y="312966"/>
                      <a:pt x="406400" y="312966"/>
                    </a:cubicBezTo>
                    <a:cubicBezTo>
                      <a:pt x="630849" y="312966"/>
                      <a:pt x="812800" y="242906"/>
                      <a:pt x="812800" y="156483"/>
                    </a:cubicBezTo>
                    <a:cubicBezTo>
                      <a:pt x="812800" y="7006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2BF7E"/>
              </a:solidFill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6200" y="-94484"/>
                <a:ext cx="660400" cy="3781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 rot="2131530">
              <a:off x="10559020" y="4636351"/>
              <a:ext cx="432963" cy="432963"/>
              <a:chOff x="0" y="0"/>
              <a:chExt cx="812800" cy="812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 rot="20298149">
              <a:off x="16230684" y="7720836"/>
              <a:ext cx="1268234" cy="488329"/>
              <a:chOff x="0" y="0"/>
              <a:chExt cx="812800" cy="31296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12800" cy="31296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12966">
                    <a:moveTo>
                      <a:pt x="406400" y="0"/>
                    </a:moveTo>
                    <a:cubicBezTo>
                      <a:pt x="181951" y="0"/>
                      <a:pt x="0" y="70060"/>
                      <a:pt x="0" y="156483"/>
                    </a:cubicBezTo>
                    <a:cubicBezTo>
                      <a:pt x="0" y="242906"/>
                      <a:pt x="181951" y="312966"/>
                      <a:pt x="406400" y="312966"/>
                    </a:cubicBezTo>
                    <a:cubicBezTo>
                      <a:pt x="630849" y="312966"/>
                      <a:pt x="812800" y="242906"/>
                      <a:pt x="812800" y="156483"/>
                    </a:cubicBezTo>
                    <a:cubicBezTo>
                      <a:pt x="812800" y="7006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B4B"/>
              </a:solidFill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76200" y="-94484"/>
                <a:ext cx="660400" cy="3781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 rot="20298149">
              <a:off x="16648320" y="7748520"/>
              <a:ext cx="432963" cy="432963"/>
              <a:chOff x="0" y="0"/>
              <a:chExt cx="812800" cy="8128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 rot="16200000">
              <a:off x="16366386" y="4218715"/>
              <a:ext cx="1268234" cy="488329"/>
              <a:chOff x="0" y="0"/>
              <a:chExt cx="812800" cy="312966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812800" cy="31296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12966">
                    <a:moveTo>
                      <a:pt x="406400" y="0"/>
                    </a:moveTo>
                    <a:cubicBezTo>
                      <a:pt x="181951" y="0"/>
                      <a:pt x="0" y="70060"/>
                      <a:pt x="0" y="156483"/>
                    </a:cubicBezTo>
                    <a:cubicBezTo>
                      <a:pt x="0" y="242906"/>
                      <a:pt x="181951" y="312966"/>
                      <a:pt x="406400" y="312966"/>
                    </a:cubicBezTo>
                    <a:cubicBezTo>
                      <a:pt x="630849" y="312966"/>
                      <a:pt x="812800" y="242906"/>
                      <a:pt x="812800" y="156483"/>
                    </a:cubicBezTo>
                    <a:cubicBezTo>
                      <a:pt x="812800" y="7006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3B9B"/>
              </a:solidFill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76200" y="-94484"/>
                <a:ext cx="660400" cy="3781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 rot="16200000">
              <a:off x="16784021" y="4246399"/>
              <a:ext cx="432963" cy="432963"/>
              <a:chOff x="0" y="0"/>
              <a:chExt cx="812800" cy="81280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 rot="10579452">
              <a:off x="11968336" y="1841117"/>
              <a:ext cx="1268234" cy="488329"/>
              <a:chOff x="0" y="0"/>
              <a:chExt cx="812800" cy="312966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812800" cy="31296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12966">
                    <a:moveTo>
                      <a:pt x="406400" y="0"/>
                    </a:moveTo>
                    <a:cubicBezTo>
                      <a:pt x="181951" y="0"/>
                      <a:pt x="0" y="70060"/>
                      <a:pt x="0" y="156483"/>
                    </a:cubicBezTo>
                    <a:cubicBezTo>
                      <a:pt x="0" y="242906"/>
                      <a:pt x="181951" y="312966"/>
                      <a:pt x="406400" y="312966"/>
                    </a:cubicBezTo>
                    <a:cubicBezTo>
                      <a:pt x="630849" y="312966"/>
                      <a:pt x="812800" y="242906"/>
                      <a:pt x="812800" y="156483"/>
                    </a:cubicBezTo>
                    <a:cubicBezTo>
                      <a:pt x="812800" y="7006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87CDF"/>
              </a:solidFill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76200" y="-94484"/>
                <a:ext cx="660400" cy="3781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 rot="10579452">
              <a:off x="12385972" y="1868800"/>
              <a:ext cx="432963" cy="432963"/>
              <a:chOff x="0" y="0"/>
              <a:chExt cx="812800" cy="8128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</p:grpSp>
      <p:grpSp>
        <p:nvGrpSpPr>
          <p:cNvPr id="83" name="Group 83"/>
          <p:cNvGrpSpPr/>
          <p:nvPr/>
        </p:nvGrpSpPr>
        <p:grpSpPr>
          <a:xfrm>
            <a:off x="13423741" y="3648043"/>
            <a:ext cx="118634" cy="422413"/>
            <a:chOff x="0" y="0"/>
            <a:chExt cx="39938" cy="142206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39938" cy="142206"/>
            </a:xfrm>
            <a:custGeom>
              <a:avLst/>
              <a:gdLst/>
              <a:ahLst/>
              <a:cxnLst/>
              <a:rect l="l" t="t" r="r" b="b"/>
              <a:pathLst>
                <a:path w="39938" h="142206">
                  <a:moveTo>
                    <a:pt x="0" y="0"/>
                  </a:moveTo>
                  <a:lnTo>
                    <a:pt x="39938" y="0"/>
                  </a:lnTo>
                  <a:lnTo>
                    <a:pt x="39938" y="142206"/>
                  </a:lnTo>
                  <a:lnTo>
                    <a:pt x="0" y="142206"/>
                  </a:lnTo>
                  <a:close/>
                </a:path>
              </a:pathLst>
            </a:custGeom>
            <a:solidFill>
              <a:srgbClr val="0B1541"/>
            </a:solidFill>
            <a:ln cap="sq">
              <a:noFill/>
              <a:prstDash val="solid"/>
              <a:miter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0" y="-123825"/>
              <a:ext cx="39938" cy="266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4646124" y="3648043"/>
            <a:ext cx="118634" cy="422413"/>
            <a:chOff x="0" y="0"/>
            <a:chExt cx="39938" cy="142206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39938" cy="142206"/>
            </a:xfrm>
            <a:custGeom>
              <a:avLst/>
              <a:gdLst/>
              <a:ahLst/>
              <a:cxnLst/>
              <a:rect l="l" t="t" r="r" b="b"/>
              <a:pathLst>
                <a:path w="39938" h="142206">
                  <a:moveTo>
                    <a:pt x="0" y="0"/>
                  </a:moveTo>
                  <a:lnTo>
                    <a:pt x="39938" y="0"/>
                  </a:lnTo>
                  <a:lnTo>
                    <a:pt x="39938" y="142206"/>
                  </a:lnTo>
                  <a:lnTo>
                    <a:pt x="0" y="142206"/>
                  </a:lnTo>
                  <a:close/>
                </a:path>
              </a:pathLst>
            </a:custGeom>
            <a:solidFill>
              <a:srgbClr val="0B1541"/>
            </a:solidFill>
            <a:ln cap="sq">
              <a:noFill/>
              <a:prstDash val="solid"/>
              <a:miter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0" y="-123825"/>
              <a:ext cx="39938" cy="266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3423741" y="5140099"/>
            <a:ext cx="118634" cy="422413"/>
            <a:chOff x="0" y="0"/>
            <a:chExt cx="39938" cy="142206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9938" cy="142206"/>
            </a:xfrm>
            <a:custGeom>
              <a:avLst/>
              <a:gdLst/>
              <a:ahLst/>
              <a:cxnLst/>
              <a:rect l="l" t="t" r="r" b="b"/>
              <a:pathLst>
                <a:path w="39938" h="142206">
                  <a:moveTo>
                    <a:pt x="0" y="0"/>
                  </a:moveTo>
                  <a:lnTo>
                    <a:pt x="39938" y="0"/>
                  </a:lnTo>
                  <a:lnTo>
                    <a:pt x="39938" y="142206"/>
                  </a:lnTo>
                  <a:lnTo>
                    <a:pt x="0" y="142206"/>
                  </a:lnTo>
                  <a:close/>
                </a:path>
              </a:pathLst>
            </a:custGeom>
            <a:solidFill>
              <a:srgbClr val="0B1541"/>
            </a:solidFill>
            <a:ln cap="sq">
              <a:noFill/>
              <a:prstDash val="solid"/>
              <a:miter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0" y="-123825"/>
              <a:ext cx="39938" cy="266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4646124" y="5140099"/>
            <a:ext cx="118634" cy="422413"/>
            <a:chOff x="0" y="0"/>
            <a:chExt cx="39938" cy="142206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39938" cy="142206"/>
            </a:xfrm>
            <a:custGeom>
              <a:avLst/>
              <a:gdLst/>
              <a:ahLst/>
              <a:cxnLst/>
              <a:rect l="l" t="t" r="r" b="b"/>
              <a:pathLst>
                <a:path w="39938" h="142206">
                  <a:moveTo>
                    <a:pt x="0" y="0"/>
                  </a:moveTo>
                  <a:lnTo>
                    <a:pt x="39938" y="0"/>
                  </a:lnTo>
                  <a:lnTo>
                    <a:pt x="39938" y="142206"/>
                  </a:lnTo>
                  <a:lnTo>
                    <a:pt x="0" y="142206"/>
                  </a:lnTo>
                  <a:close/>
                </a:path>
              </a:pathLst>
            </a:custGeom>
            <a:solidFill>
              <a:srgbClr val="0B1541"/>
            </a:solidFill>
            <a:ln cap="sq">
              <a:noFill/>
              <a:prstDash val="solid"/>
              <a:miter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0" y="-123825"/>
              <a:ext cx="39938" cy="266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5" name="Group 95"/>
          <p:cNvGrpSpPr/>
          <p:nvPr/>
        </p:nvGrpSpPr>
        <p:grpSpPr>
          <a:xfrm rot="1071862">
            <a:off x="12104854" y="4635241"/>
            <a:ext cx="118634" cy="422413"/>
            <a:chOff x="0" y="0"/>
            <a:chExt cx="39938" cy="142206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39938" cy="142206"/>
            </a:xfrm>
            <a:custGeom>
              <a:avLst/>
              <a:gdLst/>
              <a:ahLst/>
              <a:cxnLst/>
              <a:rect l="l" t="t" r="r" b="b"/>
              <a:pathLst>
                <a:path w="39938" h="142206">
                  <a:moveTo>
                    <a:pt x="0" y="0"/>
                  </a:moveTo>
                  <a:lnTo>
                    <a:pt x="39938" y="0"/>
                  </a:lnTo>
                  <a:lnTo>
                    <a:pt x="39938" y="142206"/>
                  </a:lnTo>
                  <a:lnTo>
                    <a:pt x="0" y="142206"/>
                  </a:lnTo>
                  <a:close/>
                </a:path>
              </a:pathLst>
            </a:custGeom>
            <a:solidFill>
              <a:srgbClr val="0B1541"/>
            </a:solidFill>
            <a:ln cap="sq">
              <a:noFill/>
              <a:prstDash val="solid"/>
              <a:miter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0" y="-123825"/>
              <a:ext cx="39938" cy="266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1" name="Group 101"/>
          <p:cNvGrpSpPr/>
          <p:nvPr/>
        </p:nvGrpSpPr>
        <p:grpSpPr>
          <a:xfrm rot="1071862">
            <a:off x="11647144" y="6055359"/>
            <a:ext cx="118634" cy="422413"/>
            <a:chOff x="0" y="0"/>
            <a:chExt cx="39938" cy="142206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39938" cy="142206"/>
            </a:xfrm>
            <a:custGeom>
              <a:avLst/>
              <a:gdLst/>
              <a:ahLst/>
              <a:cxnLst/>
              <a:rect l="l" t="t" r="r" b="b"/>
              <a:pathLst>
                <a:path w="39938" h="142206">
                  <a:moveTo>
                    <a:pt x="0" y="0"/>
                  </a:moveTo>
                  <a:lnTo>
                    <a:pt x="39938" y="0"/>
                  </a:lnTo>
                  <a:lnTo>
                    <a:pt x="39938" y="142206"/>
                  </a:lnTo>
                  <a:lnTo>
                    <a:pt x="0" y="142206"/>
                  </a:lnTo>
                  <a:close/>
                </a:path>
              </a:pathLst>
            </a:custGeom>
            <a:solidFill>
              <a:srgbClr val="0B1541"/>
            </a:solidFill>
            <a:ln cap="sq">
              <a:noFill/>
              <a:prstDash val="solid"/>
              <a:miter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0" y="-123825"/>
              <a:ext cx="39938" cy="266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4" name="Group 104"/>
          <p:cNvGrpSpPr/>
          <p:nvPr/>
        </p:nvGrpSpPr>
        <p:grpSpPr>
          <a:xfrm rot="1071862">
            <a:off x="12810590" y="6430343"/>
            <a:ext cx="118634" cy="422413"/>
            <a:chOff x="0" y="0"/>
            <a:chExt cx="39938" cy="142206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39938" cy="142206"/>
            </a:xfrm>
            <a:custGeom>
              <a:avLst/>
              <a:gdLst/>
              <a:ahLst/>
              <a:cxnLst/>
              <a:rect l="l" t="t" r="r" b="b"/>
              <a:pathLst>
                <a:path w="39938" h="142206">
                  <a:moveTo>
                    <a:pt x="0" y="0"/>
                  </a:moveTo>
                  <a:lnTo>
                    <a:pt x="39938" y="0"/>
                  </a:lnTo>
                  <a:lnTo>
                    <a:pt x="39938" y="142206"/>
                  </a:lnTo>
                  <a:lnTo>
                    <a:pt x="0" y="142206"/>
                  </a:lnTo>
                  <a:close/>
                </a:path>
              </a:pathLst>
            </a:custGeom>
            <a:solidFill>
              <a:srgbClr val="0B1541"/>
            </a:solidFill>
            <a:ln cap="sq">
              <a:noFill/>
              <a:prstDash val="solid"/>
              <a:miter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0" y="-123825"/>
              <a:ext cx="39938" cy="266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9" name="Group 129"/>
          <p:cNvGrpSpPr/>
          <p:nvPr/>
        </p:nvGrpSpPr>
        <p:grpSpPr>
          <a:xfrm rot="1095631">
            <a:off x="12895571" y="5263952"/>
            <a:ext cx="121943" cy="1500776"/>
            <a:chOff x="0" y="-123825"/>
            <a:chExt cx="39938" cy="491530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39938" cy="367705"/>
            </a:xfrm>
            <a:custGeom>
              <a:avLst/>
              <a:gdLst/>
              <a:ahLst/>
              <a:cxnLst/>
              <a:rect l="l" t="t" r="r" b="b"/>
              <a:pathLst>
                <a:path w="39938" h="367705">
                  <a:moveTo>
                    <a:pt x="0" y="0"/>
                  </a:moveTo>
                  <a:lnTo>
                    <a:pt x="39938" y="0"/>
                  </a:lnTo>
                  <a:lnTo>
                    <a:pt x="39938" y="367705"/>
                  </a:lnTo>
                  <a:lnTo>
                    <a:pt x="0" y="367705"/>
                  </a:lnTo>
                  <a:close/>
                </a:path>
              </a:pathLst>
            </a:custGeom>
            <a:solidFill>
              <a:srgbClr val="0B1541"/>
            </a:solidFill>
            <a:ln cap="sq">
              <a:noFill/>
              <a:prstDash val="solid"/>
              <a:miter/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0" y="-123825"/>
              <a:ext cx="39938" cy="491530"/>
            </a:xfrm>
            <a:prstGeom prst="rect">
              <a:avLst/>
            </a:prstGeom>
          </p:spPr>
          <p:txBody>
            <a:bodyPr lIns="52217" tIns="52217" rIns="52217" bIns="52217" rtlCol="0" anchor="ctr"/>
            <a:lstStyle/>
            <a:p>
              <a:pPr marL="0" lvl="0" indent="0" algn="ctr">
                <a:lnSpc>
                  <a:spcPts val="44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2" name="Group 171"/>
          <p:cNvGrpSpPr/>
          <p:nvPr/>
        </p:nvGrpSpPr>
        <p:grpSpPr>
          <a:xfrm>
            <a:off x="11653684" y="3024788"/>
            <a:ext cx="2418380" cy="4180861"/>
            <a:chOff x="11653684" y="3024788"/>
            <a:chExt cx="2418380" cy="4180861"/>
          </a:xfrm>
        </p:grpSpPr>
        <p:sp>
          <p:nvSpPr>
            <p:cNvPr id="107" name="Freeform 107"/>
            <p:cNvSpPr/>
            <p:nvPr/>
          </p:nvSpPr>
          <p:spPr>
            <a:xfrm rot="11878799">
              <a:off x="12125458" y="3024788"/>
              <a:ext cx="1946606" cy="1788885"/>
            </a:xfrm>
            <a:custGeom>
              <a:avLst/>
              <a:gdLst/>
              <a:ahLst/>
              <a:cxnLst/>
              <a:rect l="l" t="t" r="r" b="b"/>
              <a:pathLst>
                <a:path w="4252364" h="3907822">
                  <a:moveTo>
                    <a:pt x="0" y="0"/>
                  </a:moveTo>
                  <a:lnTo>
                    <a:pt x="4252364" y="0"/>
                  </a:lnTo>
                  <a:lnTo>
                    <a:pt x="4252364" y="3907821"/>
                  </a:lnTo>
                  <a:lnTo>
                    <a:pt x="0" y="3907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079" b="-2015"/>
              </a:stretch>
            </a:blipFill>
          </p:spPr>
        </p:sp>
        <p:grpSp>
          <p:nvGrpSpPr>
            <p:cNvPr id="108" name="Group 108"/>
            <p:cNvGrpSpPr/>
            <p:nvPr/>
          </p:nvGrpSpPr>
          <p:grpSpPr>
            <a:xfrm rot="11878799">
              <a:off x="11870544" y="4460534"/>
              <a:ext cx="1237516" cy="2745115"/>
              <a:chOff x="0" y="-123825"/>
              <a:chExt cx="544375" cy="1207558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0" y="0"/>
                <a:ext cx="544375" cy="1083733"/>
              </a:xfrm>
              <a:custGeom>
                <a:avLst/>
                <a:gdLst/>
                <a:ahLst/>
                <a:cxnLst/>
                <a:rect l="l" t="t" r="r" b="b"/>
                <a:pathLst>
                  <a:path w="544375" h="1083733">
                    <a:moveTo>
                      <a:pt x="195773" y="0"/>
                    </a:moveTo>
                    <a:lnTo>
                      <a:pt x="348603" y="0"/>
                    </a:lnTo>
                    <a:cubicBezTo>
                      <a:pt x="400525" y="0"/>
                      <a:pt x="450320" y="20626"/>
                      <a:pt x="487035" y="57341"/>
                    </a:cubicBezTo>
                    <a:cubicBezTo>
                      <a:pt x="523749" y="94055"/>
                      <a:pt x="544375" y="143851"/>
                      <a:pt x="544375" y="195773"/>
                    </a:cubicBezTo>
                    <a:lnTo>
                      <a:pt x="544375" y="887961"/>
                    </a:lnTo>
                    <a:cubicBezTo>
                      <a:pt x="544375" y="939883"/>
                      <a:pt x="523749" y="989678"/>
                      <a:pt x="487035" y="1026393"/>
                    </a:cubicBezTo>
                    <a:cubicBezTo>
                      <a:pt x="450320" y="1063107"/>
                      <a:pt x="400525" y="1083733"/>
                      <a:pt x="348603" y="1083733"/>
                    </a:cubicBezTo>
                    <a:lnTo>
                      <a:pt x="195773" y="1083733"/>
                    </a:lnTo>
                    <a:cubicBezTo>
                      <a:pt x="143851" y="1083733"/>
                      <a:pt x="94055" y="1063107"/>
                      <a:pt x="57341" y="1026393"/>
                    </a:cubicBezTo>
                    <a:cubicBezTo>
                      <a:pt x="20626" y="989678"/>
                      <a:pt x="0" y="939883"/>
                      <a:pt x="0" y="887961"/>
                    </a:cubicBezTo>
                    <a:lnTo>
                      <a:pt x="0" y="195773"/>
                    </a:lnTo>
                    <a:cubicBezTo>
                      <a:pt x="0" y="143851"/>
                      <a:pt x="20626" y="94055"/>
                      <a:pt x="57341" y="57341"/>
                    </a:cubicBezTo>
                    <a:cubicBezTo>
                      <a:pt x="94055" y="20626"/>
                      <a:pt x="143851" y="0"/>
                      <a:pt x="195773" y="0"/>
                    </a:cubicBezTo>
                    <a:close/>
                  </a:path>
                </a:pathLst>
              </a:custGeom>
              <a:solidFill>
                <a:srgbClr val="1F3B9B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0" y="-123825"/>
                <a:ext cx="544375" cy="1207558"/>
              </a:xfrm>
              <a:prstGeom prst="rect">
                <a:avLst/>
              </a:prstGeom>
            </p:spPr>
            <p:txBody>
              <a:bodyPr lIns="38877" tIns="38877" rIns="38877" bIns="38877" rtlCol="0" anchor="ctr"/>
              <a:lstStyle/>
              <a:p>
                <a:pPr marL="0" lvl="0" indent="0" algn="ctr">
                  <a:lnSpc>
                    <a:spcPts val="4335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 rot="11878799">
              <a:off x="11979447" y="5607758"/>
              <a:ext cx="815506" cy="1079888"/>
              <a:chOff x="0" y="-123825"/>
              <a:chExt cx="358736" cy="475036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0" y="1"/>
                <a:ext cx="358736" cy="351210"/>
              </a:xfrm>
              <a:custGeom>
                <a:avLst/>
                <a:gdLst/>
                <a:ahLst/>
                <a:cxnLst/>
                <a:rect l="l" t="t" r="r" b="b"/>
                <a:pathLst>
                  <a:path w="358736" h="351210">
                    <a:moveTo>
                      <a:pt x="175605" y="0"/>
                    </a:moveTo>
                    <a:lnTo>
                      <a:pt x="183131" y="0"/>
                    </a:lnTo>
                    <a:cubicBezTo>
                      <a:pt x="280115" y="0"/>
                      <a:pt x="358736" y="78621"/>
                      <a:pt x="358736" y="175605"/>
                    </a:cubicBezTo>
                    <a:lnTo>
                      <a:pt x="358736" y="175605"/>
                    </a:lnTo>
                    <a:cubicBezTo>
                      <a:pt x="358736" y="272589"/>
                      <a:pt x="280115" y="351210"/>
                      <a:pt x="183131" y="351210"/>
                    </a:cubicBezTo>
                    <a:lnTo>
                      <a:pt x="175605" y="351210"/>
                    </a:lnTo>
                    <a:cubicBezTo>
                      <a:pt x="78621" y="351210"/>
                      <a:pt x="0" y="272589"/>
                      <a:pt x="0" y="175605"/>
                    </a:cubicBezTo>
                    <a:lnTo>
                      <a:pt x="0" y="175605"/>
                    </a:lnTo>
                    <a:cubicBezTo>
                      <a:pt x="0" y="78621"/>
                      <a:pt x="78621" y="0"/>
                      <a:pt x="175605" y="0"/>
                    </a:cubicBezTo>
                    <a:close/>
                  </a:path>
                </a:pathLst>
              </a:custGeom>
              <a:solidFill>
                <a:srgbClr val="4C62A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13" name="TextBox 113"/>
              <p:cNvSpPr txBox="1"/>
              <p:nvPr/>
            </p:nvSpPr>
            <p:spPr>
              <a:xfrm>
                <a:off x="0" y="-123825"/>
                <a:ext cx="358736" cy="475035"/>
              </a:xfrm>
              <a:prstGeom prst="rect">
                <a:avLst/>
              </a:prstGeom>
            </p:spPr>
            <p:txBody>
              <a:bodyPr lIns="38877" tIns="38877" rIns="38877" bIns="38877" rtlCol="0" anchor="ctr"/>
              <a:lstStyle/>
              <a:p>
                <a:pPr marL="0" lvl="0" indent="0" algn="ctr">
                  <a:lnSpc>
                    <a:spcPts val="4335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14" name="Group 114"/>
            <p:cNvGrpSpPr/>
            <p:nvPr/>
          </p:nvGrpSpPr>
          <p:grpSpPr>
            <a:xfrm rot="11878799">
              <a:off x="12178884" y="4603846"/>
              <a:ext cx="1134865" cy="874584"/>
              <a:chOff x="0" y="-123825"/>
              <a:chExt cx="499220" cy="384724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0" y="0"/>
                <a:ext cx="499220" cy="260899"/>
              </a:xfrm>
              <a:custGeom>
                <a:avLst/>
                <a:gdLst/>
                <a:ahLst/>
                <a:cxnLst/>
                <a:rect l="l" t="t" r="r" b="b"/>
                <a:pathLst>
                  <a:path w="499220" h="260899">
                    <a:moveTo>
                      <a:pt x="130449" y="0"/>
                    </a:moveTo>
                    <a:lnTo>
                      <a:pt x="368770" y="0"/>
                    </a:lnTo>
                    <a:cubicBezTo>
                      <a:pt x="440816" y="0"/>
                      <a:pt x="499220" y="58404"/>
                      <a:pt x="499220" y="130449"/>
                    </a:cubicBezTo>
                    <a:lnTo>
                      <a:pt x="499220" y="130449"/>
                    </a:lnTo>
                    <a:cubicBezTo>
                      <a:pt x="499220" y="165047"/>
                      <a:pt x="485476" y="198227"/>
                      <a:pt x="461012" y="222691"/>
                    </a:cubicBezTo>
                    <a:cubicBezTo>
                      <a:pt x="436548" y="247155"/>
                      <a:pt x="403368" y="260899"/>
                      <a:pt x="368770" y="260899"/>
                    </a:cubicBezTo>
                    <a:lnTo>
                      <a:pt x="130449" y="260899"/>
                    </a:lnTo>
                    <a:cubicBezTo>
                      <a:pt x="58404" y="260899"/>
                      <a:pt x="0" y="202495"/>
                      <a:pt x="0" y="130449"/>
                    </a:cubicBezTo>
                    <a:lnTo>
                      <a:pt x="0" y="130449"/>
                    </a:lnTo>
                    <a:cubicBezTo>
                      <a:pt x="0" y="58404"/>
                      <a:pt x="58404" y="0"/>
                      <a:pt x="130449" y="0"/>
                    </a:cubicBezTo>
                    <a:close/>
                  </a:path>
                </a:pathLst>
              </a:custGeom>
              <a:solidFill>
                <a:srgbClr val="4C62A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16" name="TextBox 116"/>
              <p:cNvSpPr txBox="1"/>
              <p:nvPr/>
            </p:nvSpPr>
            <p:spPr>
              <a:xfrm>
                <a:off x="0" y="-123825"/>
                <a:ext cx="499220" cy="384724"/>
              </a:xfrm>
              <a:prstGeom prst="rect">
                <a:avLst/>
              </a:prstGeom>
            </p:spPr>
            <p:txBody>
              <a:bodyPr lIns="38877" tIns="38877" rIns="38877" bIns="38877" rtlCol="0" anchor="ctr"/>
              <a:lstStyle/>
              <a:p>
                <a:pPr marL="0" lvl="0" indent="0" algn="ctr">
                  <a:lnSpc>
                    <a:spcPts val="4335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17" name="Group 117"/>
            <p:cNvGrpSpPr/>
            <p:nvPr/>
          </p:nvGrpSpPr>
          <p:grpSpPr>
            <a:xfrm rot="11878799">
              <a:off x="12941810" y="4643148"/>
              <a:ext cx="377528" cy="327113"/>
              <a:chOff x="0" y="-123825"/>
              <a:chExt cx="166072" cy="143894"/>
            </a:xfrm>
          </p:grpSpPr>
          <p:sp>
            <p:nvSpPr>
              <p:cNvPr id="118" name="Freeform 118"/>
              <p:cNvSpPr/>
              <p:nvPr/>
            </p:nvSpPr>
            <p:spPr>
              <a:xfrm>
                <a:off x="0" y="0"/>
                <a:ext cx="166072" cy="20069"/>
              </a:xfrm>
              <a:custGeom>
                <a:avLst/>
                <a:gdLst/>
                <a:ahLst/>
                <a:cxnLst/>
                <a:rect l="l" t="t" r="r" b="b"/>
                <a:pathLst>
                  <a:path w="166072" h="20069">
                    <a:moveTo>
                      <a:pt x="10035" y="0"/>
                    </a:moveTo>
                    <a:lnTo>
                      <a:pt x="156038" y="0"/>
                    </a:lnTo>
                    <a:cubicBezTo>
                      <a:pt x="161579" y="0"/>
                      <a:pt x="166072" y="4493"/>
                      <a:pt x="166072" y="10035"/>
                    </a:cubicBezTo>
                    <a:lnTo>
                      <a:pt x="166072" y="10035"/>
                    </a:lnTo>
                    <a:cubicBezTo>
                      <a:pt x="166072" y="12696"/>
                      <a:pt x="165015" y="15248"/>
                      <a:pt x="163133" y="17130"/>
                    </a:cubicBezTo>
                    <a:cubicBezTo>
                      <a:pt x="161251" y="19012"/>
                      <a:pt x="158699" y="20069"/>
                      <a:pt x="156038" y="20069"/>
                    </a:cubicBezTo>
                    <a:lnTo>
                      <a:pt x="10035" y="20069"/>
                    </a:lnTo>
                    <a:cubicBezTo>
                      <a:pt x="7373" y="20069"/>
                      <a:pt x="4821" y="19012"/>
                      <a:pt x="2939" y="17130"/>
                    </a:cubicBezTo>
                    <a:cubicBezTo>
                      <a:pt x="1057" y="15248"/>
                      <a:pt x="0" y="12696"/>
                      <a:pt x="0" y="10035"/>
                    </a:cubicBezTo>
                    <a:lnTo>
                      <a:pt x="0" y="10035"/>
                    </a:lnTo>
                    <a:cubicBezTo>
                      <a:pt x="0" y="7373"/>
                      <a:pt x="1057" y="4821"/>
                      <a:pt x="2939" y="2939"/>
                    </a:cubicBezTo>
                    <a:cubicBezTo>
                      <a:pt x="4821" y="1057"/>
                      <a:pt x="7373" y="0"/>
                      <a:pt x="10035" y="0"/>
                    </a:cubicBezTo>
                    <a:close/>
                  </a:path>
                </a:pathLst>
              </a:custGeom>
              <a:solidFill>
                <a:srgbClr val="EAEA28"/>
              </a:solidFill>
            </p:spPr>
          </p:sp>
          <p:sp>
            <p:nvSpPr>
              <p:cNvPr id="119" name="TextBox 119"/>
              <p:cNvSpPr txBox="1"/>
              <p:nvPr/>
            </p:nvSpPr>
            <p:spPr>
              <a:xfrm>
                <a:off x="0" y="-123825"/>
                <a:ext cx="166072" cy="143894"/>
              </a:xfrm>
              <a:prstGeom prst="rect">
                <a:avLst/>
              </a:prstGeom>
            </p:spPr>
            <p:txBody>
              <a:bodyPr lIns="38877" tIns="38877" rIns="38877" bIns="38877" rtlCol="0" anchor="ctr"/>
              <a:lstStyle/>
              <a:p>
                <a:pPr algn="ctr">
                  <a:lnSpc>
                    <a:spcPts val="4419"/>
                  </a:lnSpc>
                </a:pPr>
                <a:endParaRPr/>
              </a:p>
            </p:txBody>
          </p:sp>
        </p:grpSp>
        <p:grpSp>
          <p:nvGrpSpPr>
            <p:cNvPr id="120" name="Group 120"/>
            <p:cNvGrpSpPr/>
            <p:nvPr/>
          </p:nvGrpSpPr>
          <p:grpSpPr>
            <a:xfrm rot="11878799">
              <a:off x="12384188" y="4462181"/>
              <a:ext cx="377528" cy="327113"/>
              <a:chOff x="0" y="-123825"/>
              <a:chExt cx="166072" cy="143894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0" y="0"/>
                <a:ext cx="166072" cy="20069"/>
              </a:xfrm>
              <a:custGeom>
                <a:avLst/>
                <a:gdLst/>
                <a:ahLst/>
                <a:cxnLst/>
                <a:rect l="l" t="t" r="r" b="b"/>
                <a:pathLst>
                  <a:path w="166072" h="20069">
                    <a:moveTo>
                      <a:pt x="10035" y="0"/>
                    </a:moveTo>
                    <a:lnTo>
                      <a:pt x="156038" y="0"/>
                    </a:lnTo>
                    <a:cubicBezTo>
                      <a:pt x="161579" y="0"/>
                      <a:pt x="166072" y="4493"/>
                      <a:pt x="166072" y="10035"/>
                    </a:cubicBezTo>
                    <a:lnTo>
                      <a:pt x="166072" y="10035"/>
                    </a:lnTo>
                    <a:cubicBezTo>
                      <a:pt x="166072" y="12696"/>
                      <a:pt x="165015" y="15248"/>
                      <a:pt x="163133" y="17130"/>
                    </a:cubicBezTo>
                    <a:cubicBezTo>
                      <a:pt x="161251" y="19012"/>
                      <a:pt x="158699" y="20069"/>
                      <a:pt x="156038" y="20069"/>
                    </a:cubicBezTo>
                    <a:lnTo>
                      <a:pt x="10035" y="20069"/>
                    </a:lnTo>
                    <a:cubicBezTo>
                      <a:pt x="7373" y="20069"/>
                      <a:pt x="4821" y="19012"/>
                      <a:pt x="2939" y="17130"/>
                    </a:cubicBezTo>
                    <a:cubicBezTo>
                      <a:pt x="1057" y="15248"/>
                      <a:pt x="0" y="12696"/>
                      <a:pt x="0" y="10035"/>
                    </a:cubicBezTo>
                    <a:lnTo>
                      <a:pt x="0" y="10035"/>
                    </a:lnTo>
                    <a:cubicBezTo>
                      <a:pt x="0" y="7373"/>
                      <a:pt x="1057" y="4821"/>
                      <a:pt x="2939" y="2939"/>
                    </a:cubicBezTo>
                    <a:cubicBezTo>
                      <a:pt x="4821" y="1057"/>
                      <a:pt x="7373" y="0"/>
                      <a:pt x="10035" y="0"/>
                    </a:cubicBezTo>
                    <a:close/>
                  </a:path>
                </a:pathLst>
              </a:custGeom>
              <a:solidFill>
                <a:srgbClr val="EAEA28"/>
              </a:solidFill>
            </p:spPr>
          </p:sp>
          <p:sp>
            <p:nvSpPr>
              <p:cNvPr id="122" name="TextBox 122"/>
              <p:cNvSpPr txBox="1"/>
              <p:nvPr/>
            </p:nvSpPr>
            <p:spPr>
              <a:xfrm>
                <a:off x="0" y="-123825"/>
                <a:ext cx="166072" cy="143894"/>
              </a:xfrm>
              <a:prstGeom prst="rect">
                <a:avLst/>
              </a:prstGeom>
            </p:spPr>
            <p:txBody>
              <a:bodyPr lIns="38877" tIns="38877" rIns="38877" bIns="38877" rtlCol="0" anchor="ctr"/>
              <a:lstStyle/>
              <a:p>
                <a:pPr algn="ctr">
                  <a:lnSpc>
                    <a:spcPts val="4419"/>
                  </a:lnSpc>
                </a:pPr>
                <a:endParaRPr/>
              </a:p>
            </p:txBody>
          </p:sp>
        </p:grpSp>
        <p:grpSp>
          <p:nvGrpSpPr>
            <p:cNvPr id="123" name="Group 123"/>
            <p:cNvGrpSpPr/>
            <p:nvPr/>
          </p:nvGrpSpPr>
          <p:grpSpPr>
            <a:xfrm rot="12808336">
              <a:off x="13071508" y="5548472"/>
              <a:ext cx="206101" cy="350561"/>
              <a:chOff x="0" y="-120682"/>
              <a:chExt cx="90662" cy="154210"/>
            </a:xfrm>
          </p:grpSpPr>
          <p:sp>
            <p:nvSpPr>
              <p:cNvPr id="124" name="Freeform 124"/>
              <p:cNvSpPr/>
              <p:nvPr/>
            </p:nvSpPr>
            <p:spPr>
              <a:xfrm>
                <a:off x="0" y="0"/>
                <a:ext cx="90662" cy="33528"/>
              </a:xfrm>
              <a:custGeom>
                <a:avLst/>
                <a:gdLst/>
                <a:ahLst/>
                <a:cxnLst/>
                <a:rect l="l" t="t" r="r" b="b"/>
                <a:pathLst>
                  <a:path w="90662" h="33528">
                    <a:moveTo>
                      <a:pt x="45331" y="0"/>
                    </a:moveTo>
                    <a:cubicBezTo>
                      <a:pt x="20295" y="0"/>
                      <a:pt x="0" y="7506"/>
                      <a:pt x="0" y="16764"/>
                    </a:cubicBezTo>
                    <a:cubicBezTo>
                      <a:pt x="0" y="26023"/>
                      <a:pt x="20295" y="33528"/>
                      <a:pt x="45331" y="33528"/>
                    </a:cubicBezTo>
                    <a:cubicBezTo>
                      <a:pt x="70367" y="33528"/>
                      <a:pt x="90662" y="26023"/>
                      <a:pt x="90662" y="16764"/>
                    </a:cubicBezTo>
                    <a:cubicBezTo>
                      <a:pt x="90662" y="7506"/>
                      <a:pt x="70367" y="0"/>
                      <a:pt x="45331" y="0"/>
                    </a:cubicBezTo>
                    <a:close/>
                  </a:path>
                </a:pathLst>
              </a:custGeom>
              <a:solidFill>
                <a:srgbClr val="275CE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5" name="TextBox 125"/>
              <p:cNvSpPr txBox="1"/>
              <p:nvPr/>
            </p:nvSpPr>
            <p:spPr>
              <a:xfrm>
                <a:off x="8500" y="-120682"/>
                <a:ext cx="73663" cy="151067"/>
              </a:xfrm>
              <a:prstGeom prst="rect">
                <a:avLst/>
              </a:prstGeom>
            </p:spPr>
            <p:txBody>
              <a:bodyPr lIns="38877" tIns="38877" rIns="38877" bIns="38877" rtlCol="0" anchor="ctr"/>
              <a:lstStyle/>
              <a:p>
                <a:pPr marL="0" lvl="0" indent="0" algn="ctr">
                  <a:lnSpc>
                    <a:spcPts val="4335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6" name="Group 126"/>
            <p:cNvGrpSpPr/>
            <p:nvPr/>
          </p:nvGrpSpPr>
          <p:grpSpPr>
            <a:xfrm rot="1095631">
              <a:off x="12117205" y="5035786"/>
              <a:ext cx="1082707" cy="556168"/>
              <a:chOff x="0" y="-123825"/>
              <a:chExt cx="597833" cy="307096"/>
            </a:xfrm>
          </p:grpSpPr>
          <p:sp>
            <p:nvSpPr>
              <p:cNvPr id="127" name="Freeform 127"/>
              <p:cNvSpPr/>
              <p:nvPr/>
            </p:nvSpPr>
            <p:spPr>
              <a:xfrm>
                <a:off x="0" y="0"/>
                <a:ext cx="597833" cy="183271"/>
              </a:xfrm>
              <a:custGeom>
                <a:avLst/>
                <a:gdLst/>
                <a:ahLst/>
                <a:cxnLst/>
                <a:rect l="l" t="t" r="r" b="b"/>
                <a:pathLst>
                  <a:path w="597833" h="183271">
                    <a:moveTo>
                      <a:pt x="203200" y="183271"/>
                    </a:moveTo>
                    <a:lnTo>
                      <a:pt x="394633" y="183271"/>
                    </a:lnTo>
                    <a:lnTo>
                      <a:pt x="597833" y="0"/>
                    </a:lnTo>
                    <a:lnTo>
                      <a:pt x="0" y="0"/>
                    </a:lnTo>
                    <a:lnTo>
                      <a:pt x="203200" y="183271"/>
                    </a:lnTo>
                    <a:close/>
                  </a:path>
                </a:pathLst>
              </a:custGeom>
              <a:solidFill>
                <a:srgbClr val="0B1541"/>
              </a:solidFill>
            </p:spPr>
          </p:sp>
          <p:sp>
            <p:nvSpPr>
              <p:cNvPr id="128" name="TextBox 128"/>
              <p:cNvSpPr txBox="1"/>
              <p:nvPr/>
            </p:nvSpPr>
            <p:spPr>
              <a:xfrm>
                <a:off x="127000" y="-123825"/>
                <a:ext cx="343833" cy="307096"/>
              </a:xfrm>
              <a:prstGeom prst="rect">
                <a:avLst/>
              </a:prstGeom>
            </p:spPr>
            <p:txBody>
              <a:bodyPr lIns="52217" tIns="52217" rIns="52217" bIns="52217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132" name="Group 132"/>
            <p:cNvGrpSpPr/>
            <p:nvPr/>
          </p:nvGrpSpPr>
          <p:grpSpPr>
            <a:xfrm rot="11895632">
              <a:off x="11653684" y="6440587"/>
              <a:ext cx="1082707" cy="556168"/>
              <a:chOff x="0" y="-123825"/>
              <a:chExt cx="597833" cy="307096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0" y="0"/>
                <a:ext cx="597833" cy="183271"/>
              </a:xfrm>
              <a:custGeom>
                <a:avLst/>
                <a:gdLst/>
                <a:ahLst/>
                <a:cxnLst/>
                <a:rect l="l" t="t" r="r" b="b"/>
                <a:pathLst>
                  <a:path w="597833" h="183271">
                    <a:moveTo>
                      <a:pt x="203200" y="183271"/>
                    </a:moveTo>
                    <a:lnTo>
                      <a:pt x="394633" y="183271"/>
                    </a:lnTo>
                    <a:lnTo>
                      <a:pt x="597833" y="0"/>
                    </a:lnTo>
                    <a:lnTo>
                      <a:pt x="0" y="0"/>
                    </a:lnTo>
                    <a:lnTo>
                      <a:pt x="203200" y="183271"/>
                    </a:lnTo>
                    <a:close/>
                  </a:path>
                </a:pathLst>
              </a:custGeom>
              <a:solidFill>
                <a:srgbClr val="0B1541"/>
              </a:solidFill>
            </p:spPr>
          </p:sp>
          <p:sp>
            <p:nvSpPr>
              <p:cNvPr id="134" name="TextBox 134"/>
              <p:cNvSpPr txBox="1"/>
              <p:nvPr/>
            </p:nvSpPr>
            <p:spPr>
              <a:xfrm>
                <a:off x="127000" y="-123825"/>
                <a:ext cx="343833" cy="307096"/>
              </a:xfrm>
              <a:prstGeom prst="rect">
                <a:avLst/>
              </a:prstGeom>
            </p:spPr>
            <p:txBody>
              <a:bodyPr lIns="52217" tIns="52217" rIns="52217" bIns="52217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</p:grpSp>
      <p:grpSp>
        <p:nvGrpSpPr>
          <p:cNvPr id="171" name="Group 170"/>
          <p:cNvGrpSpPr/>
          <p:nvPr/>
        </p:nvGrpSpPr>
        <p:grpSpPr>
          <a:xfrm>
            <a:off x="13106492" y="1859158"/>
            <a:ext cx="1946606" cy="4275528"/>
            <a:chOff x="13106492" y="1859158"/>
            <a:chExt cx="1946606" cy="4275528"/>
          </a:xfrm>
        </p:grpSpPr>
        <p:sp>
          <p:nvSpPr>
            <p:cNvPr id="135" name="Freeform 135"/>
            <p:cNvSpPr/>
            <p:nvPr/>
          </p:nvSpPr>
          <p:spPr>
            <a:xfrm rot="10800000">
              <a:off x="13106492" y="1859158"/>
              <a:ext cx="1946606" cy="1788885"/>
            </a:xfrm>
            <a:custGeom>
              <a:avLst/>
              <a:gdLst/>
              <a:ahLst/>
              <a:cxnLst/>
              <a:rect l="l" t="t" r="r" b="b"/>
              <a:pathLst>
                <a:path w="4252364" h="3907822">
                  <a:moveTo>
                    <a:pt x="0" y="0"/>
                  </a:moveTo>
                  <a:lnTo>
                    <a:pt x="4252364" y="0"/>
                  </a:lnTo>
                  <a:lnTo>
                    <a:pt x="4252364" y="3907822"/>
                  </a:lnTo>
                  <a:lnTo>
                    <a:pt x="0" y="3907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079" b="-2015"/>
              </a:stretch>
            </a:blipFill>
          </p:spPr>
        </p:sp>
        <p:grpSp>
          <p:nvGrpSpPr>
            <p:cNvPr id="136" name="Group 136"/>
            <p:cNvGrpSpPr/>
            <p:nvPr/>
          </p:nvGrpSpPr>
          <p:grpSpPr>
            <a:xfrm rot="10800000">
              <a:off x="13472120" y="3389571"/>
              <a:ext cx="1237516" cy="2745115"/>
              <a:chOff x="0" y="-123825"/>
              <a:chExt cx="544375" cy="1207558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0" y="0"/>
                <a:ext cx="544375" cy="1083733"/>
              </a:xfrm>
              <a:custGeom>
                <a:avLst/>
                <a:gdLst/>
                <a:ahLst/>
                <a:cxnLst/>
                <a:rect l="l" t="t" r="r" b="b"/>
                <a:pathLst>
                  <a:path w="544375" h="1083733">
                    <a:moveTo>
                      <a:pt x="195773" y="0"/>
                    </a:moveTo>
                    <a:lnTo>
                      <a:pt x="348603" y="0"/>
                    </a:lnTo>
                    <a:cubicBezTo>
                      <a:pt x="400525" y="0"/>
                      <a:pt x="450320" y="20626"/>
                      <a:pt x="487035" y="57341"/>
                    </a:cubicBezTo>
                    <a:cubicBezTo>
                      <a:pt x="523749" y="94055"/>
                      <a:pt x="544375" y="143851"/>
                      <a:pt x="544375" y="195773"/>
                    </a:cubicBezTo>
                    <a:lnTo>
                      <a:pt x="544375" y="887961"/>
                    </a:lnTo>
                    <a:cubicBezTo>
                      <a:pt x="544375" y="939883"/>
                      <a:pt x="523749" y="989678"/>
                      <a:pt x="487035" y="1026393"/>
                    </a:cubicBezTo>
                    <a:cubicBezTo>
                      <a:pt x="450320" y="1063107"/>
                      <a:pt x="400525" y="1083733"/>
                      <a:pt x="348603" y="1083733"/>
                    </a:cubicBezTo>
                    <a:lnTo>
                      <a:pt x="195773" y="1083733"/>
                    </a:lnTo>
                    <a:cubicBezTo>
                      <a:pt x="143851" y="1083733"/>
                      <a:pt x="94055" y="1063107"/>
                      <a:pt x="57341" y="1026393"/>
                    </a:cubicBezTo>
                    <a:cubicBezTo>
                      <a:pt x="20626" y="989678"/>
                      <a:pt x="0" y="939883"/>
                      <a:pt x="0" y="887961"/>
                    </a:cubicBezTo>
                    <a:lnTo>
                      <a:pt x="0" y="195773"/>
                    </a:lnTo>
                    <a:cubicBezTo>
                      <a:pt x="0" y="143851"/>
                      <a:pt x="20626" y="94055"/>
                      <a:pt x="57341" y="57341"/>
                    </a:cubicBezTo>
                    <a:cubicBezTo>
                      <a:pt x="94055" y="20626"/>
                      <a:pt x="143851" y="0"/>
                      <a:pt x="195773" y="0"/>
                    </a:cubicBezTo>
                    <a:close/>
                  </a:path>
                </a:pathLst>
              </a:custGeom>
              <a:solidFill>
                <a:srgbClr val="F88219"/>
              </a:solidFill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0" y="-123825"/>
                <a:ext cx="544375" cy="1207558"/>
              </a:xfrm>
              <a:prstGeom prst="rect">
                <a:avLst/>
              </a:prstGeom>
            </p:spPr>
            <p:txBody>
              <a:bodyPr lIns="38877" tIns="38877" rIns="38877" bIns="38877" rtlCol="0" anchor="ctr"/>
              <a:lstStyle/>
              <a:p>
                <a:pPr algn="ctr">
                  <a:lnSpc>
                    <a:spcPts val="4419"/>
                  </a:lnSpc>
                </a:pPr>
                <a:endParaRPr/>
              </a:p>
            </p:txBody>
          </p:sp>
        </p:grpSp>
        <p:grpSp>
          <p:nvGrpSpPr>
            <p:cNvPr id="139" name="Group 139"/>
            <p:cNvGrpSpPr/>
            <p:nvPr/>
          </p:nvGrpSpPr>
          <p:grpSpPr>
            <a:xfrm rot="10800000">
              <a:off x="13683125" y="4552950"/>
              <a:ext cx="815506" cy="1079886"/>
              <a:chOff x="0" y="-123825"/>
              <a:chExt cx="358736" cy="475035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0" y="0"/>
                <a:ext cx="358736" cy="351210"/>
              </a:xfrm>
              <a:custGeom>
                <a:avLst/>
                <a:gdLst/>
                <a:ahLst/>
                <a:cxnLst/>
                <a:rect l="l" t="t" r="r" b="b"/>
                <a:pathLst>
                  <a:path w="358736" h="351210">
                    <a:moveTo>
                      <a:pt x="148541" y="0"/>
                    </a:moveTo>
                    <a:lnTo>
                      <a:pt x="210195" y="0"/>
                    </a:lnTo>
                    <a:cubicBezTo>
                      <a:pt x="249590" y="0"/>
                      <a:pt x="287372" y="15650"/>
                      <a:pt x="315229" y="43507"/>
                    </a:cubicBezTo>
                    <a:cubicBezTo>
                      <a:pt x="343086" y="71363"/>
                      <a:pt x="358736" y="109145"/>
                      <a:pt x="358736" y="148541"/>
                    </a:cubicBezTo>
                    <a:lnTo>
                      <a:pt x="358736" y="202669"/>
                    </a:lnTo>
                    <a:cubicBezTo>
                      <a:pt x="358736" y="242064"/>
                      <a:pt x="343086" y="279846"/>
                      <a:pt x="315229" y="307703"/>
                    </a:cubicBezTo>
                    <a:cubicBezTo>
                      <a:pt x="287372" y="335560"/>
                      <a:pt x="249590" y="351210"/>
                      <a:pt x="210195" y="351210"/>
                    </a:cubicBezTo>
                    <a:lnTo>
                      <a:pt x="148541" y="351210"/>
                    </a:lnTo>
                    <a:cubicBezTo>
                      <a:pt x="109145" y="351210"/>
                      <a:pt x="71363" y="335560"/>
                      <a:pt x="43507" y="307703"/>
                    </a:cubicBezTo>
                    <a:cubicBezTo>
                      <a:pt x="15650" y="279846"/>
                      <a:pt x="0" y="242064"/>
                      <a:pt x="0" y="202669"/>
                    </a:cubicBezTo>
                    <a:lnTo>
                      <a:pt x="0" y="148541"/>
                    </a:lnTo>
                    <a:cubicBezTo>
                      <a:pt x="0" y="109145"/>
                      <a:pt x="15650" y="71363"/>
                      <a:pt x="43507" y="43507"/>
                    </a:cubicBezTo>
                    <a:cubicBezTo>
                      <a:pt x="71363" y="15650"/>
                      <a:pt x="109145" y="0"/>
                      <a:pt x="148541" y="0"/>
                    </a:cubicBezTo>
                    <a:close/>
                  </a:path>
                </a:pathLst>
              </a:custGeom>
              <a:solidFill>
                <a:srgbClr val="F99B47"/>
              </a:solidFill>
            </p:spPr>
          </p:sp>
          <p:sp>
            <p:nvSpPr>
              <p:cNvPr id="141" name="TextBox 141"/>
              <p:cNvSpPr txBox="1"/>
              <p:nvPr/>
            </p:nvSpPr>
            <p:spPr>
              <a:xfrm>
                <a:off x="0" y="-123825"/>
                <a:ext cx="358736" cy="475035"/>
              </a:xfrm>
              <a:prstGeom prst="rect">
                <a:avLst/>
              </a:prstGeom>
            </p:spPr>
            <p:txBody>
              <a:bodyPr lIns="38877" tIns="38877" rIns="38877" bIns="38877" rtlCol="0" anchor="ctr"/>
              <a:lstStyle/>
              <a:p>
                <a:pPr algn="ctr">
                  <a:lnSpc>
                    <a:spcPts val="4419"/>
                  </a:lnSpc>
                </a:pPr>
                <a:endParaRPr/>
              </a:p>
            </p:txBody>
          </p:sp>
        </p:grpSp>
        <p:grpSp>
          <p:nvGrpSpPr>
            <p:cNvPr id="142" name="Group 142"/>
            <p:cNvGrpSpPr/>
            <p:nvPr/>
          </p:nvGrpSpPr>
          <p:grpSpPr>
            <a:xfrm rot="10800000">
              <a:off x="13523446" y="3492221"/>
              <a:ext cx="1134865" cy="874583"/>
              <a:chOff x="0" y="-123825"/>
              <a:chExt cx="499220" cy="384724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0" y="0"/>
                <a:ext cx="499220" cy="260899"/>
              </a:xfrm>
              <a:custGeom>
                <a:avLst/>
                <a:gdLst/>
                <a:ahLst/>
                <a:cxnLst/>
                <a:rect l="l" t="t" r="r" b="b"/>
                <a:pathLst>
                  <a:path w="499220" h="260899">
                    <a:moveTo>
                      <a:pt x="130449" y="0"/>
                    </a:moveTo>
                    <a:lnTo>
                      <a:pt x="368770" y="0"/>
                    </a:lnTo>
                    <a:cubicBezTo>
                      <a:pt x="440816" y="0"/>
                      <a:pt x="499220" y="58404"/>
                      <a:pt x="499220" y="130449"/>
                    </a:cubicBezTo>
                    <a:lnTo>
                      <a:pt x="499220" y="130449"/>
                    </a:lnTo>
                    <a:cubicBezTo>
                      <a:pt x="499220" y="165047"/>
                      <a:pt x="485476" y="198227"/>
                      <a:pt x="461012" y="222691"/>
                    </a:cubicBezTo>
                    <a:cubicBezTo>
                      <a:pt x="436548" y="247155"/>
                      <a:pt x="403368" y="260899"/>
                      <a:pt x="368770" y="260899"/>
                    </a:cubicBezTo>
                    <a:lnTo>
                      <a:pt x="130449" y="260899"/>
                    </a:lnTo>
                    <a:cubicBezTo>
                      <a:pt x="58404" y="260899"/>
                      <a:pt x="0" y="202495"/>
                      <a:pt x="0" y="130449"/>
                    </a:cubicBezTo>
                    <a:lnTo>
                      <a:pt x="0" y="130449"/>
                    </a:lnTo>
                    <a:cubicBezTo>
                      <a:pt x="0" y="58404"/>
                      <a:pt x="58404" y="0"/>
                      <a:pt x="130449" y="0"/>
                    </a:cubicBezTo>
                    <a:close/>
                  </a:path>
                </a:pathLst>
              </a:custGeom>
              <a:solidFill>
                <a:srgbClr val="F99B47"/>
              </a:solidFill>
            </p:spPr>
          </p:sp>
          <p:sp>
            <p:nvSpPr>
              <p:cNvPr id="144" name="TextBox 144"/>
              <p:cNvSpPr txBox="1"/>
              <p:nvPr/>
            </p:nvSpPr>
            <p:spPr>
              <a:xfrm>
                <a:off x="0" y="-123825"/>
                <a:ext cx="499220" cy="384724"/>
              </a:xfrm>
              <a:prstGeom prst="rect">
                <a:avLst/>
              </a:prstGeom>
            </p:spPr>
            <p:txBody>
              <a:bodyPr lIns="38877" tIns="38877" rIns="38877" bIns="38877" rtlCol="0" anchor="ctr"/>
              <a:lstStyle/>
              <a:p>
                <a:pPr algn="ctr">
                  <a:lnSpc>
                    <a:spcPts val="4419"/>
                  </a:lnSpc>
                </a:pPr>
                <a:endParaRPr/>
              </a:p>
            </p:txBody>
          </p:sp>
        </p:grpSp>
        <p:grpSp>
          <p:nvGrpSpPr>
            <p:cNvPr id="145" name="Group 145"/>
            <p:cNvGrpSpPr/>
            <p:nvPr/>
          </p:nvGrpSpPr>
          <p:grpSpPr>
            <a:xfrm rot="10800000">
              <a:off x="14195240" y="3424358"/>
              <a:ext cx="377528" cy="327117"/>
              <a:chOff x="0" y="-123825"/>
              <a:chExt cx="166072" cy="143894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0" y="0"/>
                <a:ext cx="166072" cy="20069"/>
              </a:xfrm>
              <a:custGeom>
                <a:avLst/>
                <a:gdLst/>
                <a:ahLst/>
                <a:cxnLst/>
                <a:rect l="l" t="t" r="r" b="b"/>
                <a:pathLst>
                  <a:path w="166072" h="20069">
                    <a:moveTo>
                      <a:pt x="10035" y="0"/>
                    </a:moveTo>
                    <a:lnTo>
                      <a:pt x="156038" y="0"/>
                    </a:lnTo>
                    <a:cubicBezTo>
                      <a:pt x="161579" y="0"/>
                      <a:pt x="166072" y="4493"/>
                      <a:pt x="166072" y="10035"/>
                    </a:cubicBezTo>
                    <a:lnTo>
                      <a:pt x="166072" y="10035"/>
                    </a:lnTo>
                    <a:cubicBezTo>
                      <a:pt x="166072" y="12696"/>
                      <a:pt x="165015" y="15248"/>
                      <a:pt x="163133" y="17130"/>
                    </a:cubicBezTo>
                    <a:cubicBezTo>
                      <a:pt x="161251" y="19012"/>
                      <a:pt x="158699" y="20069"/>
                      <a:pt x="156038" y="20069"/>
                    </a:cubicBezTo>
                    <a:lnTo>
                      <a:pt x="10035" y="20069"/>
                    </a:lnTo>
                    <a:cubicBezTo>
                      <a:pt x="7373" y="20069"/>
                      <a:pt x="4821" y="19012"/>
                      <a:pt x="2939" y="17130"/>
                    </a:cubicBezTo>
                    <a:cubicBezTo>
                      <a:pt x="1057" y="15248"/>
                      <a:pt x="0" y="12696"/>
                      <a:pt x="0" y="10035"/>
                    </a:cubicBezTo>
                    <a:lnTo>
                      <a:pt x="0" y="10035"/>
                    </a:lnTo>
                    <a:cubicBezTo>
                      <a:pt x="0" y="7373"/>
                      <a:pt x="1057" y="4821"/>
                      <a:pt x="2939" y="2939"/>
                    </a:cubicBezTo>
                    <a:cubicBezTo>
                      <a:pt x="4821" y="1057"/>
                      <a:pt x="7373" y="0"/>
                      <a:pt x="10035" y="0"/>
                    </a:cubicBezTo>
                    <a:close/>
                  </a:path>
                </a:pathLst>
              </a:custGeom>
              <a:solidFill>
                <a:srgbClr val="EAEA28"/>
              </a:solidFill>
            </p:spPr>
          </p:sp>
          <p:sp>
            <p:nvSpPr>
              <p:cNvPr id="147" name="TextBox 147"/>
              <p:cNvSpPr txBox="1"/>
              <p:nvPr/>
            </p:nvSpPr>
            <p:spPr>
              <a:xfrm>
                <a:off x="0" y="-123825"/>
                <a:ext cx="166072" cy="143894"/>
              </a:xfrm>
              <a:prstGeom prst="rect">
                <a:avLst/>
              </a:prstGeom>
            </p:spPr>
            <p:txBody>
              <a:bodyPr lIns="38877" tIns="38877" rIns="38877" bIns="38877" rtlCol="0" anchor="ctr"/>
              <a:lstStyle/>
              <a:p>
                <a:pPr algn="ctr">
                  <a:lnSpc>
                    <a:spcPts val="4419"/>
                  </a:lnSpc>
                </a:pPr>
                <a:endParaRPr/>
              </a:p>
            </p:txBody>
          </p:sp>
        </p:grpSp>
        <p:grpSp>
          <p:nvGrpSpPr>
            <p:cNvPr id="148" name="Group 148"/>
            <p:cNvGrpSpPr/>
            <p:nvPr/>
          </p:nvGrpSpPr>
          <p:grpSpPr>
            <a:xfrm rot="10800000">
              <a:off x="13608989" y="3424358"/>
              <a:ext cx="377528" cy="327117"/>
              <a:chOff x="0" y="-123825"/>
              <a:chExt cx="166072" cy="143894"/>
            </a:xfrm>
          </p:grpSpPr>
          <p:sp>
            <p:nvSpPr>
              <p:cNvPr id="149" name="Freeform 149"/>
              <p:cNvSpPr/>
              <p:nvPr/>
            </p:nvSpPr>
            <p:spPr>
              <a:xfrm>
                <a:off x="0" y="0"/>
                <a:ext cx="166072" cy="20069"/>
              </a:xfrm>
              <a:custGeom>
                <a:avLst/>
                <a:gdLst/>
                <a:ahLst/>
                <a:cxnLst/>
                <a:rect l="l" t="t" r="r" b="b"/>
                <a:pathLst>
                  <a:path w="166072" h="20069">
                    <a:moveTo>
                      <a:pt x="10035" y="0"/>
                    </a:moveTo>
                    <a:lnTo>
                      <a:pt x="156038" y="0"/>
                    </a:lnTo>
                    <a:cubicBezTo>
                      <a:pt x="161579" y="0"/>
                      <a:pt x="166072" y="4493"/>
                      <a:pt x="166072" y="10035"/>
                    </a:cubicBezTo>
                    <a:lnTo>
                      <a:pt x="166072" y="10035"/>
                    </a:lnTo>
                    <a:cubicBezTo>
                      <a:pt x="166072" y="12696"/>
                      <a:pt x="165015" y="15248"/>
                      <a:pt x="163133" y="17130"/>
                    </a:cubicBezTo>
                    <a:cubicBezTo>
                      <a:pt x="161251" y="19012"/>
                      <a:pt x="158699" y="20069"/>
                      <a:pt x="156038" y="20069"/>
                    </a:cubicBezTo>
                    <a:lnTo>
                      <a:pt x="10035" y="20069"/>
                    </a:lnTo>
                    <a:cubicBezTo>
                      <a:pt x="7373" y="20069"/>
                      <a:pt x="4821" y="19012"/>
                      <a:pt x="2939" y="17130"/>
                    </a:cubicBezTo>
                    <a:cubicBezTo>
                      <a:pt x="1057" y="15248"/>
                      <a:pt x="0" y="12696"/>
                      <a:pt x="0" y="10035"/>
                    </a:cubicBezTo>
                    <a:lnTo>
                      <a:pt x="0" y="10035"/>
                    </a:lnTo>
                    <a:cubicBezTo>
                      <a:pt x="0" y="7373"/>
                      <a:pt x="1057" y="4821"/>
                      <a:pt x="2939" y="2939"/>
                    </a:cubicBezTo>
                    <a:cubicBezTo>
                      <a:pt x="4821" y="1057"/>
                      <a:pt x="7373" y="0"/>
                      <a:pt x="10035" y="0"/>
                    </a:cubicBezTo>
                    <a:close/>
                  </a:path>
                </a:pathLst>
              </a:custGeom>
              <a:solidFill>
                <a:srgbClr val="EAEA28"/>
              </a:solidFill>
            </p:spPr>
          </p:sp>
          <p:sp>
            <p:nvSpPr>
              <p:cNvPr id="150" name="TextBox 150"/>
              <p:cNvSpPr txBox="1"/>
              <p:nvPr/>
            </p:nvSpPr>
            <p:spPr>
              <a:xfrm>
                <a:off x="0" y="-123825"/>
                <a:ext cx="166072" cy="143894"/>
              </a:xfrm>
              <a:prstGeom prst="rect">
                <a:avLst/>
              </a:prstGeom>
            </p:spPr>
            <p:txBody>
              <a:bodyPr lIns="38877" tIns="38877" rIns="38877" bIns="38877" rtlCol="0" anchor="ctr"/>
              <a:lstStyle/>
              <a:p>
                <a:pPr algn="ctr">
                  <a:lnSpc>
                    <a:spcPts val="4419"/>
                  </a:lnSpc>
                </a:pPr>
                <a:endParaRPr/>
              </a:p>
            </p:txBody>
          </p:sp>
        </p:grpSp>
        <p:grpSp>
          <p:nvGrpSpPr>
            <p:cNvPr id="151" name="Group 151"/>
            <p:cNvGrpSpPr/>
            <p:nvPr/>
          </p:nvGrpSpPr>
          <p:grpSpPr>
            <a:xfrm rot="11729538">
              <a:off x="14605869" y="4271320"/>
              <a:ext cx="206101" cy="350559"/>
              <a:chOff x="0" y="-120682"/>
              <a:chExt cx="90662" cy="154210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0" y="0"/>
                <a:ext cx="90662" cy="33528"/>
              </a:xfrm>
              <a:custGeom>
                <a:avLst/>
                <a:gdLst/>
                <a:ahLst/>
                <a:cxnLst/>
                <a:rect l="l" t="t" r="r" b="b"/>
                <a:pathLst>
                  <a:path w="90662" h="33528">
                    <a:moveTo>
                      <a:pt x="45331" y="0"/>
                    </a:moveTo>
                    <a:cubicBezTo>
                      <a:pt x="20295" y="0"/>
                      <a:pt x="0" y="7506"/>
                      <a:pt x="0" y="16764"/>
                    </a:cubicBezTo>
                    <a:cubicBezTo>
                      <a:pt x="0" y="26023"/>
                      <a:pt x="20295" y="33528"/>
                      <a:pt x="45331" y="33528"/>
                    </a:cubicBezTo>
                    <a:cubicBezTo>
                      <a:pt x="70367" y="33528"/>
                      <a:pt x="90662" y="26023"/>
                      <a:pt x="90662" y="16764"/>
                    </a:cubicBezTo>
                    <a:cubicBezTo>
                      <a:pt x="90662" y="7506"/>
                      <a:pt x="70367" y="0"/>
                      <a:pt x="45331" y="0"/>
                    </a:cubicBezTo>
                    <a:close/>
                  </a:path>
                </a:pathLst>
              </a:custGeom>
              <a:solidFill>
                <a:srgbClr val="CC5E00"/>
              </a:solidFill>
            </p:spPr>
          </p:sp>
          <p:sp>
            <p:nvSpPr>
              <p:cNvPr id="153" name="TextBox 153"/>
              <p:cNvSpPr txBox="1"/>
              <p:nvPr/>
            </p:nvSpPr>
            <p:spPr>
              <a:xfrm>
                <a:off x="8500" y="-120682"/>
                <a:ext cx="73663" cy="151067"/>
              </a:xfrm>
              <a:prstGeom prst="rect">
                <a:avLst/>
              </a:prstGeom>
            </p:spPr>
            <p:txBody>
              <a:bodyPr lIns="38877" tIns="38877" rIns="38877" bIns="38877" rtlCol="0" anchor="ctr"/>
              <a:lstStyle/>
              <a:p>
                <a:pPr algn="ctr">
                  <a:lnSpc>
                    <a:spcPts val="4419"/>
                  </a:lnSpc>
                </a:pPr>
                <a:endParaRPr/>
              </a:p>
            </p:txBody>
          </p:sp>
        </p:grpSp>
        <p:grpSp>
          <p:nvGrpSpPr>
            <p:cNvPr id="154" name="Group 154"/>
            <p:cNvGrpSpPr/>
            <p:nvPr/>
          </p:nvGrpSpPr>
          <p:grpSpPr>
            <a:xfrm rot="9883450">
              <a:off x="13347086" y="4271121"/>
              <a:ext cx="206101" cy="350559"/>
              <a:chOff x="0" y="-120682"/>
              <a:chExt cx="90662" cy="154210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0" y="0"/>
                <a:ext cx="90662" cy="33528"/>
              </a:xfrm>
              <a:custGeom>
                <a:avLst/>
                <a:gdLst/>
                <a:ahLst/>
                <a:cxnLst/>
                <a:rect l="l" t="t" r="r" b="b"/>
                <a:pathLst>
                  <a:path w="90662" h="33528">
                    <a:moveTo>
                      <a:pt x="45331" y="0"/>
                    </a:moveTo>
                    <a:cubicBezTo>
                      <a:pt x="20295" y="0"/>
                      <a:pt x="0" y="7506"/>
                      <a:pt x="0" y="16764"/>
                    </a:cubicBezTo>
                    <a:cubicBezTo>
                      <a:pt x="0" y="26023"/>
                      <a:pt x="20295" y="33528"/>
                      <a:pt x="45331" y="33528"/>
                    </a:cubicBezTo>
                    <a:cubicBezTo>
                      <a:pt x="70367" y="33528"/>
                      <a:pt x="90662" y="26023"/>
                      <a:pt x="90662" y="16764"/>
                    </a:cubicBezTo>
                    <a:cubicBezTo>
                      <a:pt x="90662" y="7506"/>
                      <a:pt x="70367" y="0"/>
                      <a:pt x="45331" y="0"/>
                    </a:cubicBezTo>
                    <a:close/>
                  </a:path>
                </a:pathLst>
              </a:custGeom>
              <a:solidFill>
                <a:srgbClr val="CC5E00"/>
              </a:solidFill>
            </p:spPr>
          </p:sp>
          <p:sp>
            <p:nvSpPr>
              <p:cNvPr id="156" name="TextBox 156"/>
              <p:cNvSpPr txBox="1"/>
              <p:nvPr/>
            </p:nvSpPr>
            <p:spPr>
              <a:xfrm>
                <a:off x="8500" y="-120682"/>
                <a:ext cx="73663" cy="151067"/>
              </a:xfrm>
              <a:prstGeom prst="rect">
                <a:avLst/>
              </a:prstGeom>
            </p:spPr>
            <p:txBody>
              <a:bodyPr lIns="38877" tIns="38877" rIns="38877" bIns="38877" rtlCol="0" anchor="ctr"/>
              <a:lstStyle/>
              <a:p>
                <a:pPr algn="ctr">
                  <a:lnSpc>
                    <a:spcPts val="4419"/>
                  </a:lnSpc>
                </a:pPr>
                <a:endParaRPr/>
              </a:p>
            </p:txBody>
          </p:sp>
        </p:grpSp>
        <p:grpSp>
          <p:nvGrpSpPr>
            <p:cNvPr id="157" name="Group 157"/>
            <p:cNvGrpSpPr/>
            <p:nvPr/>
          </p:nvGrpSpPr>
          <p:grpSpPr>
            <a:xfrm>
              <a:off x="13552896" y="3932789"/>
              <a:ext cx="1082707" cy="556168"/>
              <a:chOff x="0" y="-123825"/>
              <a:chExt cx="597833" cy="307096"/>
            </a:xfrm>
          </p:grpSpPr>
          <p:sp>
            <p:nvSpPr>
              <p:cNvPr id="158" name="Freeform 158"/>
              <p:cNvSpPr/>
              <p:nvPr/>
            </p:nvSpPr>
            <p:spPr>
              <a:xfrm>
                <a:off x="0" y="0"/>
                <a:ext cx="597833" cy="183271"/>
              </a:xfrm>
              <a:custGeom>
                <a:avLst/>
                <a:gdLst/>
                <a:ahLst/>
                <a:cxnLst/>
                <a:rect l="l" t="t" r="r" b="b"/>
                <a:pathLst>
                  <a:path w="597833" h="183271">
                    <a:moveTo>
                      <a:pt x="203200" y="183271"/>
                    </a:moveTo>
                    <a:lnTo>
                      <a:pt x="394633" y="183271"/>
                    </a:lnTo>
                    <a:lnTo>
                      <a:pt x="597833" y="0"/>
                    </a:lnTo>
                    <a:lnTo>
                      <a:pt x="0" y="0"/>
                    </a:lnTo>
                    <a:lnTo>
                      <a:pt x="203200" y="183271"/>
                    </a:lnTo>
                    <a:close/>
                  </a:path>
                </a:pathLst>
              </a:custGeom>
              <a:solidFill>
                <a:srgbClr val="893F00"/>
              </a:solidFill>
            </p:spPr>
          </p:sp>
          <p:sp>
            <p:nvSpPr>
              <p:cNvPr id="159" name="TextBox 159"/>
              <p:cNvSpPr txBox="1"/>
              <p:nvPr/>
            </p:nvSpPr>
            <p:spPr>
              <a:xfrm>
                <a:off x="127000" y="-123825"/>
                <a:ext cx="343833" cy="307096"/>
              </a:xfrm>
              <a:prstGeom prst="rect">
                <a:avLst/>
              </a:prstGeom>
            </p:spPr>
            <p:txBody>
              <a:bodyPr lIns="52217" tIns="52217" rIns="52217" bIns="52217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160" name="Group 160"/>
            <p:cNvGrpSpPr/>
            <p:nvPr/>
          </p:nvGrpSpPr>
          <p:grpSpPr>
            <a:xfrm>
              <a:off x="13536789" y="4032312"/>
              <a:ext cx="121943" cy="1500776"/>
              <a:chOff x="0" y="-123825"/>
              <a:chExt cx="39938" cy="491530"/>
            </a:xfrm>
          </p:grpSpPr>
          <p:sp>
            <p:nvSpPr>
              <p:cNvPr id="161" name="Freeform 161"/>
              <p:cNvSpPr/>
              <p:nvPr/>
            </p:nvSpPr>
            <p:spPr>
              <a:xfrm>
                <a:off x="0" y="0"/>
                <a:ext cx="39938" cy="367705"/>
              </a:xfrm>
              <a:custGeom>
                <a:avLst/>
                <a:gdLst/>
                <a:ahLst/>
                <a:cxnLst/>
                <a:rect l="l" t="t" r="r" b="b"/>
                <a:pathLst>
                  <a:path w="39938" h="367705">
                    <a:moveTo>
                      <a:pt x="0" y="0"/>
                    </a:moveTo>
                    <a:lnTo>
                      <a:pt x="39938" y="0"/>
                    </a:lnTo>
                    <a:lnTo>
                      <a:pt x="39938" y="367705"/>
                    </a:lnTo>
                    <a:lnTo>
                      <a:pt x="0" y="367705"/>
                    </a:lnTo>
                    <a:close/>
                  </a:path>
                </a:pathLst>
              </a:custGeom>
              <a:solidFill>
                <a:srgbClr val="893F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62" name="TextBox 162"/>
              <p:cNvSpPr txBox="1"/>
              <p:nvPr/>
            </p:nvSpPr>
            <p:spPr>
              <a:xfrm>
                <a:off x="0" y="-123825"/>
                <a:ext cx="39938" cy="491530"/>
              </a:xfrm>
              <a:prstGeom prst="rect">
                <a:avLst/>
              </a:prstGeom>
            </p:spPr>
            <p:txBody>
              <a:bodyPr lIns="52217" tIns="52217" rIns="52217" bIns="52217" rtlCol="0" anchor="ctr"/>
              <a:lstStyle/>
              <a:p>
                <a:pPr marL="0" lvl="0" indent="0" algn="ctr">
                  <a:lnSpc>
                    <a:spcPts val="44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3" name="Group 163"/>
            <p:cNvGrpSpPr/>
            <p:nvPr/>
          </p:nvGrpSpPr>
          <p:grpSpPr>
            <a:xfrm>
              <a:off x="14535741" y="4032312"/>
              <a:ext cx="121943" cy="1500776"/>
              <a:chOff x="0" y="-123825"/>
              <a:chExt cx="39938" cy="491530"/>
            </a:xfrm>
          </p:grpSpPr>
          <p:sp>
            <p:nvSpPr>
              <p:cNvPr id="164" name="Freeform 164"/>
              <p:cNvSpPr/>
              <p:nvPr/>
            </p:nvSpPr>
            <p:spPr>
              <a:xfrm>
                <a:off x="0" y="0"/>
                <a:ext cx="39938" cy="367705"/>
              </a:xfrm>
              <a:custGeom>
                <a:avLst/>
                <a:gdLst/>
                <a:ahLst/>
                <a:cxnLst/>
                <a:rect l="l" t="t" r="r" b="b"/>
                <a:pathLst>
                  <a:path w="39938" h="367705">
                    <a:moveTo>
                      <a:pt x="0" y="0"/>
                    </a:moveTo>
                    <a:lnTo>
                      <a:pt x="39938" y="0"/>
                    </a:lnTo>
                    <a:lnTo>
                      <a:pt x="39938" y="367705"/>
                    </a:lnTo>
                    <a:lnTo>
                      <a:pt x="0" y="367705"/>
                    </a:lnTo>
                    <a:close/>
                  </a:path>
                </a:pathLst>
              </a:custGeom>
              <a:solidFill>
                <a:srgbClr val="893F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65" name="TextBox 165"/>
              <p:cNvSpPr txBox="1"/>
              <p:nvPr/>
            </p:nvSpPr>
            <p:spPr>
              <a:xfrm>
                <a:off x="0" y="-123825"/>
                <a:ext cx="39938" cy="491530"/>
              </a:xfrm>
              <a:prstGeom prst="rect">
                <a:avLst/>
              </a:prstGeom>
            </p:spPr>
            <p:txBody>
              <a:bodyPr lIns="52217" tIns="52217" rIns="52217" bIns="52217" rtlCol="0" anchor="ctr"/>
              <a:lstStyle/>
              <a:p>
                <a:pPr marL="0" lvl="0" indent="0" algn="ctr">
                  <a:lnSpc>
                    <a:spcPts val="44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6" name="Group 166"/>
            <p:cNvGrpSpPr/>
            <p:nvPr/>
          </p:nvGrpSpPr>
          <p:grpSpPr>
            <a:xfrm rot="10800000">
              <a:off x="13552896" y="5412083"/>
              <a:ext cx="1082707" cy="556168"/>
              <a:chOff x="0" y="-123825"/>
              <a:chExt cx="597833" cy="307096"/>
            </a:xfrm>
          </p:grpSpPr>
          <p:sp>
            <p:nvSpPr>
              <p:cNvPr id="167" name="Freeform 167"/>
              <p:cNvSpPr/>
              <p:nvPr/>
            </p:nvSpPr>
            <p:spPr>
              <a:xfrm>
                <a:off x="0" y="0"/>
                <a:ext cx="597833" cy="183271"/>
              </a:xfrm>
              <a:custGeom>
                <a:avLst/>
                <a:gdLst/>
                <a:ahLst/>
                <a:cxnLst/>
                <a:rect l="l" t="t" r="r" b="b"/>
                <a:pathLst>
                  <a:path w="597833" h="183271">
                    <a:moveTo>
                      <a:pt x="203200" y="183271"/>
                    </a:moveTo>
                    <a:lnTo>
                      <a:pt x="394633" y="183271"/>
                    </a:lnTo>
                    <a:lnTo>
                      <a:pt x="597833" y="0"/>
                    </a:lnTo>
                    <a:lnTo>
                      <a:pt x="0" y="0"/>
                    </a:lnTo>
                    <a:lnTo>
                      <a:pt x="203200" y="183271"/>
                    </a:lnTo>
                    <a:close/>
                  </a:path>
                </a:pathLst>
              </a:custGeom>
              <a:solidFill>
                <a:srgbClr val="893F00"/>
              </a:solidFill>
            </p:spPr>
          </p:sp>
          <p:sp>
            <p:nvSpPr>
              <p:cNvPr id="168" name="TextBox 168"/>
              <p:cNvSpPr txBox="1"/>
              <p:nvPr/>
            </p:nvSpPr>
            <p:spPr>
              <a:xfrm>
                <a:off x="127000" y="-123825"/>
                <a:ext cx="343833" cy="307096"/>
              </a:xfrm>
              <a:prstGeom prst="rect">
                <a:avLst/>
              </a:prstGeom>
            </p:spPr>
            <p:txBody>
              <a:bodyPr lIns="52217" tIns="52217" rIns="52217" bIns="52217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</p:grpSp>
      <p:sp>
        <p:nvSpPr>
          <p:cNvPr id="169" name="TextBox 99"/>
          <p:cNvSpPr txBox="1"/>
          <p:nvPr/>
        </p:nvSpPr>
        <p:spPr>
          <a:xfrm>
            <a:off x="709513" y="319016"/>
            <a:ext cx="12949219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00"/>
              </a:lnSpc>
              <a:spcBef>
                <a:spcPct val="0"/>
              </a:spcBef>
            </a:pPr>
            <a:r>
              <a:rPr lang="en-US" sz="6000" b="1" spc="120" dirty="0" smtClean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Technologies Used</a:t>
            </a:r>
            <a:endParaRPr lang="en-US" sz="6000" b="1" spc="120" dirty="0">
              <a:solidFill>
                <a:srgbClr val="FFFFFF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170" name="TextBox 92"/>
          <p:cNvSpPr txBox="1"/>
          <p:nvPr/>
        </p:nvSpPr>
        <p:spPr>
          <a:xfrm>
            <a:off x="708086" y="1294746"/>
            <a:ext cx="9025479" cy="8863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36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Pandas</a:t>
            </a:r>
          </a:p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en-GB" sz="28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pandas </a:t>
            </a:r>
            <a:r>
              <a:rPr lang="en-GB" sz="28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is mainly used for handling, cleaning, </a:t>
            </a:r>
            <a:r>
              <a:rPr lang="en-GB" sz="28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analysing, </a:t>
            </a:r>
            <a:r>
              <a:rPr lang="en-GB" sz="28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and transforming data easily. </a:t>
            </a:r>
            <a:endParaRPr lang="en-GB" sz="2800" dirty="0" smtClean="0">
              <a:solidFill>
                <a:srgbClr val="FFFFFF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36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SQLite</a:t>
            </a:r>
          </a:p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en-GB" sz="28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Used to store the data in database format and perform SQL queries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dirty="0" err="1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Matplotlib</a:t>
            </a:r>
            <a:endParaRPr lang="en-US" sz="3600" dirty="0" smtClean="0">
              <a:solidFill>
                <a:srgbClr val="FFFFFF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en-US" sz="28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Used for visualizations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Streamlit</a:t>
            </a:r>
          </a:p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en-US" sz="28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To create interactive web app dashboard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dirty="0" err="1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Pycharm</a:t>
            </a:r>
            <a:endParaRPr lang="en-US" sz="3600" dirty="0" smtClean="0">
              <a:solidFill>
                <a:srgbClr val="FFFFFF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en-US" sz="28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IDE to run python codes</a:t>
            </a:r>
            <a:endParaRPr lang="en-US" sz="2800" dirty="0">
              <a:solidFill>
                <a:srgbClr val="FFFFF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4"/>
          <p:cNvGrpSpPr/>
          <p:nvPr/>
        </p:nvGrpSpPr>
        <p:grpSpPr>
          <a:xfrm rot="-5400000">
            <a:off x="3446442" y="-4367588"/>
            <a:ext cx="11215802" cy="18831572"/>
            <a:chOff x="0" y="0"/>
            <a:chExt cx="2953956" cy="2271157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953956" cy="2271157"/>
            </a:xfrm>
            <a:custGeom>
              <a:avLst/>
              <a:gdLst/>
              <a:ahLst/>
              <a:cxnLst/>
              <a:rect l="l" t="t" r="r" b="b"/>
              <a:pathLst>
                <a:path w="2953956" h="2271157">
                  <a:moveTo>
                    <a:pt x="0" y="0"/>
                  </a:moveTo>
                  <a:lnTo>
                    <a:pt x="2953956" y="0"/>
                  </a:lnTo>
                  <a:lnTo>
                    <a:pt x="2953956" y="2271157"/>
                  </a:lnTo>
                  <a:lnTo>
                    <a:pt x="0" y="2271157"/>
                  </a:lnTo>
                  <a:close/>
                </a:path>
              </a:pathLst>
            </a:custGeom>
            <a:solidFill>
              <a:srgbClr val="0B1541"/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0" y="-123825"/>
              <a:ext cx="2953956" cy="23949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20"/>
                </a:lnSpc>
              </a:pPr>
              <a:endParaRPr/>
            </a:p>
          </p:txBody>
        </p:sp>
      </p:grpSp>
      <p:grpSp>
        <p:nvGrpSpPr>
          <p:cNvPr id="114" name="Group 2"/>
          <p:cNvGrpSpPr/>
          <p:nvPr/>
        </p:nvGrpSpPr>
        <p:grpSpPr>
          <a:xfrm>
            <a:off x="-716201" y="8931211"/>
            <a:ext cx="21403452" cy="2033207"/>
            <a:chOff x="0" y="0"/>
            <a:chExt cx="15394392" cy="2717800"/>
          </a:xfrm>
        </p:grpSpPr>
        <p:grpSp>
          <p:nvGrpSpPr>
            <p:cNvPr id="115" name="Group 3"/>
            <p:cNvGrpSpPr/>
            <p:nvPr/>
          </p:nvGrpSpPr>
          <p:grpSpPr>
            <a:xfrm>
              <a:off x="0" y="0"/>
              <a:ext cx="15394392" cy="2717800"/>
              <a:chOff x="0" y="0"/>
              <a:chExt cx="3040868" cy="536849"/>
            </a:xfrm>
          </p:grpSpPr>
          <p:sp>
            <p:nvSpPr>
              <p:cNvPr id="128" name="Freeform 4"/>
              <p:cNvSpPr/>
              <p:nvPr/>
            </p:nvSpPr>
            <p:spPr>
              <a:xfrm>
                <a:off x="0" y="0"/>
                <a:ext cx="3040867" cy="536849"/>
              </a:xfrm>
              <a:custGeom>
                <a:avLst/>
                <a:gdLst/>
                <a:ahLst/>
                <a:cxnLst/>
                <a:rect l="l" t="t" r="r" b="b"/>
                <a:pathLst>
                  <a:path w="3040867" h="536849">
                    <a:moveTo>
                      <a:pt x="0" y="0"/>
                    </a:moveTo>
                    <a:lnTo>
                      <a:pt x="3040867" y="0"/>
                    </a:lnTo>
                    <a:lnTo>
                      <a:pt x="3040867" y="536849"/>
                    </a:lnTo>
                    <a:lnTo>
                      <a:pt x="0" y="536849"/>
                    </a:lnTo>
                    <a:close/>
                  </a:path>
                </a:pathLst>
              </a:custGeom>
              <a:solidFill>
                <a:srgbClr val="6D738D"/>
              </a:solidFill>
            </p:spPr>
          </p:sp>
          <p:sp>
            <p:nvSpPr>
              <p:cNvPr id="129" name="TextBox 5"/>
              <p:cNvSpPr txBox="1"/>
              <p:nvPr/>
            </p:nvSpPr>
            <p:spPr>
              <a:xfrm>
                <a:off x="0" y="-123825"/>
                <a:ext cx="3040868" cy="6606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116" name="Group 6"/>
            <p:cNvGrpSpPr/>
            <p:nvPr/>
          </p:nvGrpSpPr>
          <p:grpSpPr>
            <a:xfrm>
              <a:off x="8054100" y="858825"/>
              <a:ext cx="2788000" cy="93675"/>
              <a:chOff x="0" y="0"/>
              <a:chExt cx="547795" cy="18406"/>
            </a:xfrm>
          </p:grpSpPr>
          <p:sp>
            <p:nvSpPr>
              <p:cNvPr id="126" name="Freeform 7"/>
              <p:cNvSpPr/>
              <p:nvPr/>
            </p:nvSpPr>
            <p:spPr>
              <a:xfrm>
                <a:off x="0" y="0"/>
                <a:ext cx="547795" cy="18406"/>
              </a:xfrm>
              <a:custGeom>
                <a:avLst/>
                <a:gdLst/>
                <a:ahLst/>
                <a:cxnLst/>
                <a:rect l="l" t="t" r="r" b="b"/>
                <a:pathLst>
                  <a:path w="547795" h="18406">
                    <a:moveTo>
                      <a:pt x="0" y="0"/>
                    </a:moveTo>
                    <a:lnTo>
                      <a:pt x="547795" y="0"/>
                    </a:lnTo>
                    <a:lnTo>
                      <a:pt x="547795" y="18406"/>
                    </a:lnTo>
                    <a:lnTo>
                      <a:pt x="0" y="184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7" name="TextBox 8"/>
              <p:cNvSpPr txBox="1"/>
              <p:nvPr/>
            </p:nvSpPr>
            <p:spPr>
              <a:xfrm>
                <a:off x="0" y="-123825"/>
                <a:ext cx="547795" cy="1422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117" name="Group 9"/>
            <p:cNvGrpSpPr/>
            <p:nvPr/>
          </p:nvGrpSpPr>
          <p:grpSpPr>
            <a:xfrm>
              <a:off x="344500" y="858825"/>
              <a:ext cx="2788000" cy="93675"/>
              <a:chOff x="0" y="0"/>
              <a:chExt cx="547795" cy="18406"/>
            </a:xfrm>
          </p:grpSpPr>
          <p:sp>
            <p:nvSpPr>
              <p:cNvPr id="124" name="Freeform 10"/>
              <p:cNvSpPr/>
              <p:nvPr/>
            </p:nvSpPr>
            <p:spPr>
              <a:xfrm>
                <a:off x="0" y="0"/>
                <a:ext cx="547795" cy="18406"/>
              </a:xfrm>
              <a:custGeom>
                <a:avLst/>
                <a:gdLst/>
                <a:ahLst/>
                <a:cxnLst/>
                <a:rect l="l" t="t" r="r" b="b"/>
                <a:pathLst>
                  <a:path w="547795" h="18406">
                    <a:moveTo>
                      <a:pt x="0" y="0"/>
                    </a:moveTo>
                    <a:lnTo>
                      <a:pt x="547795" y="0"/>
                    </a:lnTo>
                    <a:lnTo>
                      <a:pt x="547795" y="18406"/>
                    </a:lnTo>
                    <a:lnTo>
                      <a:pt x="0" y="184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5" name="TextBox 11"/>
              <p:cNvSpPr txBox="1"/>
              <p:nvPr/>
            </p:nvSpPr>
            <p:spPr>
              <a:xfrm>
                <a:off x="0" y="-123825"/>
                <a:ext cx="547795" cy="1422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118" name="Group 12"/>
            <p:cNvGrpSpPr/>
            <p:nvPr/>
          </p:nvGrpSpPr>
          <p:grpSpPr>
            <a:xfrm>
              <a:off x="11908900" y="858825"/>
              <a:ext cx="2788000" cy="93675"/>
              <a:chOff x="0" y="0"/>
              <a:chExt cx="547795" cy="18406"/>
            </a:xfrm>
          </p:grpSpPr>
          <p:sp>
            <p:nvSpPr>
              <p:cNvPr id="122" name="Freeform 13"/>
              <p:cNvSpPr/>
              <p:nvPr/>
            </p:nvSpPr>
            <p:spPr>
              <a:xfrm>
                <a:off x="0" y="0"/>
                <a:ext cx="547795" cy="18406"/>
              </a:xfrm>
              <a:custGeom>
                <a:avLst/>
                <a:gdLst/>
                <a:ahLst/>
                <a:cxnLst/>
                <a:rect l="l" t="t" r="r" b="b"/>
                <a:pathLst>
                  <a:path w="547795" h="18406">
                    <a:moveTo>
                      <a:pt x="0" y="0"/>
                    </a:moveTo>
                    <a:lnTo>
                      <a:pt x="547795" y="0"/>
                    </a:lnTo>
                    <a:lnTo>
                      <a:pt x="547795" y="18406"/>
                    </a:lnTo>
                    <a:lnTo>
                      <a:pt x="0" y="184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3" name="TextBox 14"/>
              <p:cNvSpPr txBox="1"/>
              <p:nvPr/>
            </p:nvSpPr>
            <p:spPr>
              <a:xfrm>
                <a:off x="0" y="-123825"/>
                <a:ext cx="547795" cy="1422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119" name="Group 15"/>
            <p:cNvGrpSpPr/>
            <p:nvPr/>
          </p:nvGrpSpPr>
          <p:grpSpPr>
            <a:xfrm>
              <a:off x="4199300" y="858825"/>
              <a:ext cx="2788000" cy="93675"/>
              <a:chOff x="0" y="0"/>
              <a:chExt cx="547795" cy="18406"/>
            </a:xfrm>
          </p:grpSpPr>
          <p:sp>
            <p:nvSpPr>
              <p:cNvPr id="120" name="Freeform 16"/>
              <p:cNvSpPr/>
              <p:nvPr/>
            </p:nvSpPr>
            <p:spPr>
              <a:xfrm>
                <a:off x="0" y="0"/>
                <a:ext cx="547795" cy="18406"/>
              </a:xfrm>
              <a:custGeom>
                <a:avLst/>
                <a:gdLst/>
                <a:ahLst/>
                <a:cxnLst/>
                <a:rect l="l" t="t" r="r" b="b"/>
                <a:pathLst>
                  <a:path w="547795" h="18406">
                    <a:moveTo>
                      <a:pt x="0" y="0"/>
                    </a:moveTo>
                    <a:lnTo>
                      <a:pt x="547795" y="0"/>
                    </a:lnTo>
                    <a:lnTo>
                      <a:pt x="547795" y="18406"/>
                    </a:lnTo>
                    <a:lnTo>
                      <a:pt x="0" y="184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1" name="TextBox 17"/>
              <p:cNvSpPr txBox="1"/>
              <p:nvPr/>
            </p:nvSpPr>
            <p:spPr>
              <a:xfrm>
                <a:off x="0" y="-123825"/>
                <a:ext cx="547795" cy="1422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</p:grpSp>
      <p:grpSp>
        <p:nvGrpSpPr>
          <p:cNvPr id="130" name="Group 61"/>
          <p:cNvGrpSpPr/>
          <p:nvPr/>
        </p:nvGrpSpPr>
        <p:grpSpPr>
          <a:xfrm>
            <a:off x="7848600" y="5058649"/>
            <a:ext cx="14790210" cy="4785242"/>
            <a:chOff x="0" y="0"/>
            <a:chExt cx="24439921" cy="7907321"/>
          </a:xfrm>
        </p:grpSpPr>
        <p:sp>
          <p:nvSpPr>
            <p:cNvPr id="131" name="Freeform 62"/>
            <p:cNvSpPr/>
            <p:nvPr/>
          </p:nvSpPr>
          <p:spPr>
            <a:xfrm rot="5400000">
              <a:off x="58462" y="1466152"/>
              <a:ext cx="4176507" cy="4293431"/>
            </a:xfrm>
            <a:custGeom>
              <a:avLst/>
              <a:gdLst/>
              <a:ahLst/>
              <a:cxnLst/>
              <a:rect l="l" t="t" r="r" b="b"/>
              <a:pathLst>
                <a:path w="4176507" h="4293431">
                  <a:moveTo>
                    <a:pt x="0" y="0"/>
                  </a:moveTo>
                  <a:lnTo>
                    <a:pt x="4176507" y="0"/>
                  </a:lnTo>
                  <a:lnTo>
                    <a:pt x="4176507" y="4293431"/>
                  </a:lnTo>
                  <a:lnTo>
                    <a:pt x="0" y="42934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672" b="-5473"/>
              </a:stretch>
            </a:blipFill>
          </p:spPr>
        </p:sp>
        <p:sp>
          <p:nvSpPr>
            <p:cNvPr id="132" name="Freeform 63"/>
            <p:cNvSpPr/>
            <p:nvPr/>
          </p:nvSpPr>
          <p:spPr>
            <a:xfrm>
              <a:off x="3531138" y="0"/>
              <a:ext cx="20908783" cy="7907321"/>
            </a:xfrm>
            <a:custGeom>
              <a:avLst/>
              <a:gdLst/>
              <a:ahLst/>
              <a:cxnLst/>
              <a:rect l="l" t="t" r="r" b="b"/>
              <a:pathLst>
                <a:path w="20908783" h="7907321">
                  <a:moveTo>
                    <a:pt x="0" y="0"/>
                  </a:moveTo>
                  <a:lnTo>
                    <a:pt x="20908783" y="0"/>
                  </a:lnTo>
                  <a:lnTo>
                    <a:pt x="20908783" y="7907321"/>
                  </a:lnTo>
                  <a:lnTo>
                    <a:pt x="0" y="7907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33" name="TextBox 99"/>
          <p:cNvSpPr txBox="1"/>
          <p:nvPr/>
        </p:nvSpPr>
        <p:spPr>
          <a:xfrm>
            <a:off x="709513" y="319016"/>
            <a:ext cx="12949219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00"/>
              </a:lnSpc>
              <a:spcBef>
                <a:spcPct val="0"/>
              </a:spcBef>
            </a:pPr>
            <a:r>
              <a:rPr lang="en-US" sz="6000" b="1" spc="120" dirty="0" smtClean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Querying and Visualization</a:t>
            </a:r>
            <a:endParaRPr lang="en-US" sz="6000" b="1" spc="120" dirty="0">
              <a:solidFill>
                <a:srgbClr val="FFFFFF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134" name="TextBox 92"/>
          <p:cNvSpPr txBox="1"/>
          <p:nvPr/>
        </p:nvSpPr>
        <p:spPr>
          <a:xfrm>
            <a:off x="722960" y="1347309"/>
            <a:ext cx="16345840" cy="5601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6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Used SQLite3 lib as project database to store and manage data.</a:t>
            </a:r>
          </a:p>
          <a:p>
            <a:pPr marL="457200" lvl="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CASE WHEN is used for conditional logic in SQL, similar to if-else in Python</a:t>
            </a:r>
            <a:r>
              <a:rPr lang="en-GB" sz="26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  <a:p>
            <a:pPr marL="457200" lvl="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used </a:t>
            </a:r>
            <a:r>
              <a:rPr lang="en-GB" sz="26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CTE </a:t>
            </a:r>
            <a:r>
              <a:rPr lang="en-GB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to </a:t>
            </a:r>
            <a:r>
              <a:rPr lang="en-GB" sz="26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create temporary result set using WITH to simplify complex SQL queries.</a:t>
            </a:r>
          </a:p>
          <a:p>
            <a:pPr marL="457200" lvl="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6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GROUP BY used for aggregation and ORDER BY used for sorting results.</a:t>
            </a:r>
          </a:p>
          <a:p>
            <a:pPr marL="457200" lvl="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Utilized </a:t>
            </a:r>
            <a:r>
              <a:rPr lang="en-GB" sz="26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the LAG( ) </a:t>
            </a:r>
            <a:r>
              <a:rPr lang="en-GB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window function to compare current records with previous records and analyze trends within the dataset.</a:t>
            </a:r>
            <a:endParaRPr lang="en-GB" sz="2600" dirty="0" smtClean="0">
              <a:solidFill>
                <a:srgbClr val="FFFFFF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457200" lvl="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Used simple bar charts to visualize data wherever </a:t>
            </a:r>
            <a:r>
              <a:rPr lang="en-GB" sz="26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I find it appropriate</a:t>
            </a:r>
            <a:r>
              <a:rPr lang="en-GB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4"/>
          <p:cNvGrpSpPr/>
          <p:nvPr/>
        </p:nvGrpSpPr>
        <p:grpSpPr>
          <a:xfrm rot="-5400000">
            <a:off x="3446442" y="-4367588"/>
            <a:ext cx="11215802" cy="18831572"/>
            <a:chOff x="0" y="0"/>
            <a:chExt cx="2953956" cy="2271157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953956" cy="2271157"/>
            </a:xfrm>
            <a:custGeom>
              <a:avLst/>
              <a:gdLst/>
              <a:ahLst/>
              <a:cxnLst/>
              <a:rect l="l" t="t" r="r" b="b"/>
              <a:pathLst>
                <a:path w="2953956" h="2271157">
                  <a:moveTo>
                    <a:pt x="0" y="0"/>
                  </a:moveTo>
                  <a:lnTo>
                    <a:pt x="2953956" y="0"/>
                  </a:lnTo>
                  <a:lnTo>
                    <a:pt x="2953956" y="2271157"/>
                  </a:lnTo>
                  <a:lnTo>
                    <a:pt x="0" y="2271157"/>
                  </a:lnTo>
                  <a:close/>
                </a:path>
              </a:pathLst>
            </a:custGeom>
            <a:solidFill>
              <a:srgbClr val="0B1541"/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0" y="-123825"/>
              <a:ext cx="2953956" cy="23949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20"/>
                </a:lnSpc>
              </a:pPr>
              <a:endParaRPr/>
            </a:p>
          </p:txBody>
        </p:sp>
      </p:grpSp>
      <p:grpSp>
        <p:nvGrpSpPr>
          <p:cNvPr id="114" name="Group 2"/>
          <p:cNvGrpSpPr/>
          <p:nvPr/>
        </p:nvGrpSpPr>
        <p:grpSpPr>
          <a:xfrm>
            <a:off x="-716201" y="8931211"/>
            <a:ext cx="21403452" cy="2033207"/>
            <a:chOff x="0" y="0"/>
            <a:chExt cx="15394392" cy="2717800"/>
          </a:xfrm>
        </p:grpSpPr>
        <p:grpSp>
          <p:nvGrpSpPr>
            <p:cNvPr id="115" name="Group 3"/>
            <p:cNvGrpSpPr/>
            <p:nvPr/>
          </p:nvGrpSpPr>
          <p:grpSpPr>
            <a:xfrm>
              <a:off x="0" y="0"/>
              <a:ext cx="15394392" cy="2717800"/>
              <a:chOff x="0" y="0"/>
              <a:chExt cx="3040868" cy="536849"/>
            </a:xfrm>
          </p:grpSpPr>
          <p:sp>
            <p:nvSpPr>
              <p:cNvPr id="128" name="Freeform 4"/>
              <p:cNvSpPr/>
              <p:nvPr/>
            </p:nvSpPr>
            <p:spPr>
              <a:xfrm>
                <a:off x="0" y="0"/>
                <a:ext cx="3040867" cy="536849"/>
              </a:xfrm>
              <a:custGeom>
                <a:avLst/>
                <a:gdLst/>
                <a:ahLst/>
                <a:cxnLst/>
                <a:rect l="l" t="t" r="r" b="b"/>
                <a:pathLst>
                  <a:path w="3040867" h="536849">
                    <a:moveTo>
                      <a:pt x="0" y="0"/>
                    </a:moveTo>
                    <a:lnTo>
                      <a:pt x="3040867" y="0"/>
                    </a:lnTo>
                    <a:lnTo>
                      <a:pt x="3040867" y="536849"/>
                    </a:lnTo>
                    <a:lnTo>
                      <a:pt x="0" y="536849"/>
                    </a:lnTo>
                    <a:close/>
                  </a:path>
                </a:pathLst>
              </a:custGeom>
              <a:solidFill>
                <a:srgbClr val="6D738D"/>
              </a:solidFill>
            </p:spPr>
          </p:sp>
          <p:sp>
            <p:nvSpPr>
              <p:cNvPr id="129" name="TextBox 5"/>
              <p:cNvSpPr txBox="1"/>
              <p:nvPr/>
            </p:nvSpPr>
            <p:spPr>
              <a:xfrm>
                <a:off x="0" y="-123825"/>
                <a:ext cx="3040868" cy="6606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116" name="Group 6"/>
            <p:cNvGrpSpPr/>
            <p:nvPr/>
          </p:nvGrpSpPr>
          <p:grpSpPr>
            <a:xfrm>
              <a:off x="8054100" y="858825"/>
              <a:ext cx="2788000" cy="93675"/>
              <a:chOff x="0" y="0"/>
              <a:chExt cx="547795" cy="18406"/>
            </a:xfrm>
          </p:grpSpPr>
          <p:sp>
            <p:nvSpPr>
              <p:cNvPr id="126" name="Freeform 7"/>
              <p:cNvSpPr/>
              <p:nvPr/>
            </p:nvSpPr>
            <p:spPr>
              <a:xfrm>
                <a:off x="0" y="0"/>
                <a:ext cx="547795" cy="18406"/>
              </a:xfrm>
              <a:custGeom>
                <a:avLst/>
                <a:gdLst/>
                <a:ahLst/>
                <a:cxnLst/>
                <a:rect l="l" t="t" r="r" b="b"/>
                <a:pathLst>
                  <a:path w="547795" h="18406">
                    <a:moveTo>
                      <a:pt x="0" y="0"/>
                    </a:moveTo>
                    <a:lnTo>
                      <a:pt x="547795" y="0"/>
                    </a:lnTo>
                    <a:lnTo>
                      <a:pt x="547795" y="18406"/>
                    </a:lnTo>
                    <a:lnTo>
                      <a:pt x="0" y="184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7" name="TextBox 8"/>
              <p:cNvSpPr txBox="1"/>
              <p:nvPr/>
            </p:nvSpPr>
            <p:spPr>
              <a:xfrm>
                <a:off x="0" y="-123825"/>
                <a:ext cx="547795" cy="1422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117" name="Group 9"/>
            <p:cNvGrpSpPr/>
            <p:nvPr/>
          </p:nvGrpSpPr>
          <p:grpSpPr>
            <a:xfrm>
              <a:off x="344500" y="858825"/>
              <a:ext cx="2788000" cy="93675"/>
              <a:chOff x="0" y="0"/>
              <a:chExt cx="547795" cy="18406"/>
            </a:xfrm>
          </p:grpSpPr>
          <p:sp>
            <p:nvSpPr>
              <p:cNvPr id="124" name="Freeform 10"/>
              <p:cNvSpPr/>
              <p:nvPr/>
            </p:nvSpPr>
            <p:spPr>
              <a:xfrm>
                <a:off x="0" y="0"/>
                <a:ext cx="547795" cy="18406"/>
              </a:xfrm>
              <a:custGeom>
                <a:avLst/>
                <a:gdLst/>
                <a:ahLst/>
                <a:cxnLst/>
                <a:rect l="l" t="t" r="r" b="b"/>
                <a:pathLst>
                  <a:path w="547795" h="18406">
                    <a:moveTo>
                      <a:pt x="0" y="0"/>
                    </a:moveTo>
                    <a:lnTo>
                      <a:pt x="547795" y="0"/>
                    </a:lnTo>
                    <a:lnTo>
                      <a:pt x="547795" y="18406"/>
                    </a:lnTo>
                    <a:lnTo>
                      <a:pt x="0" y="184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5" name="TextBox 11"/>
              <p:cNvSpPr txBox="1"/>
              <p:nvPr/>
            </p:nvSpPr>
            <p:spPr>
              <a:xfrm>
                <a:off x="0" y="-123825"/>
                <a:ext cx="547795" cy="1422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118" name="Group 12"/>
            <p:cNvGrpSpPr/>
            <p:nvPr/>
          </p:nvGrpSpPr>
          <p:grpSpPr>
            <a:xfrm>
              <a:off x="11908900" y="858825"/>
              <a:ext cx="2788000" cy="93675"/>
              <a:chOff x="0" y="0"/>
              <a:chExt cx="547795" cy="18406"/>
            </a:xfrm>
          </p:grpSpPr>
          <p:sp>
            <p:nvSpPr>
              <p:cNvPr id="122" name="Freeform 13"/>
              <p:cNvSpPr/>
              <p:nvPr/>
            </p:nvSpPr>
            <p:spPr>
              <a:xfrm>
                <a:off x="0" y="0"/>
                <a:ext cx="547795" cy="18406"/>
              </a:xfrm>
              <a:custGeom>
                <a:avLst/>
                <a:gdLst/>
                <a:ahLst/>
                <a:cxnLst/>
                <a:rect l="l" t="t" r="r" b="b"/>
                <a:pathLst>
                  <a:path w="547795" h="18406">
                    <a:moveTo>
                      <a:pt x="0" y="0"/>
                    </a:moveTo>
                    <a:lnTo>
                      <a:pt x="547795" y="0"/>
                    </a:lnTo>
                    <a:lnTo>
                      <a:pt x="547795" y="18406"/>
                    </a:lnTo>
                    <a:lnTo>
                      <a:pt x="0" y="184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3" name="TextBox 14"/>
              <p:cNvSpPr txBox="1"/>
              <p:nvPr/>
            </p:nvSpPr>
            <p:spPr>
              <a:xfrm>
                <a:off x="0" y="-123825"/>
                <a:ext cx="547795" cy="1422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119" name="Group 15"/>
            <p:cNvGrpSpPr/>
            <p:nvPr/>
          </p:nvGrpSpPr>
          <p:grpSpPr>
            <a:xfrm>
              <a:off x="4199300" y="858825"/>
              <a:ext cx="2788000" cy="93675"/>
              <a:chOff x="0" y="0"/>
              <a:chExt cx="547795" cy="18406"/>
            </a:xfrm>
          </p:grpSpPr>
          <p:sp>
            <p:nvSpPr>
              <p:cNvPr id="120" name="Freeform 16"/>
              <p:cNvSpPr/>
              <p:nvPr/>
            </p:nvSpPr>
            <p:spPr>
              <a:xfrm>
                <a:off x="0" y="0"/>
                <a:ext cx="547795" cy="18406"/>
              </a:xfrm>
              <a:custGeom>
                <a:avLst/>
                <a:gdLst/>
                <a:ahLst/>
                <a:cxnLst/>
                <a:rect l="l" t="t" r="r" b="b"/>
                <a:pathLst>
                  <a:path w="547795" h="18406">
                    <a:moveTo>
                      <a:pt x="0" y="0"/>
                    </a:moveTo>
                    <a:lnTo>
                      <a:pt x="547795" y="0"/>
                    </a:lnTo>
                    <a:lnTo>
                      <a:pt x="547795" y="18406"/>
                    </a:lnTo>
                    <a:lnTo>
                      <a:pt x="0" y="184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1" name="TextBox 17"/>
              <p:cNvSpPr txBox="1"/>
              <p:nvPr/>
            </p:nvSpPr>
            <p:spPr>
              <a:xfrm>
                <a:off x="0" y="-123825"/>
                <a:ext cx="547795" cy="1422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</p:grpSp>
      <p:grpSp>
        <p:nvGrpSpPr>
          <p:cNvPr id="130" name="Group 61"/>
          <p:cNvGrpSpPr/>
          <p:nvPr/>
        </p:nvGrpSpPr>
        <p:grpSpPr>
          <a:xfrm>
            <a:off x="7848600" y="5058649"/>
            <a:ext cx="14790210" cy="4785242"/>
            <a:chOff x="0" y="0"/>
            <a:chExt cx="24439921" cy="7907321"/>
          </a:xfrm>
        </p:grpSpPr>
        <p:sp>
          <p:nvSpPr>
            <p:cNvPr id="131" name="Freeform 62"/>
            <p:cNvSpPr/>
            <p:nvPr/>
          </p:nvSpPr>
          <p:spPr>
            <a:xfrm rot="5400000">
              <a:off x="58462" y="1466152"/>
              <a:ext cx="4176507" cy="4293431"/>
            </a:xfrm>
            <a:custGeom>
              <a:avLst/>
              <a:gdLst/>
              <a:ahLst/>
              <a:cxnLst/>
              <a:rect l="l" t="t" r="r" b="b"/>
              <a:pathLst>
                <a:path w="4176507" h="4293431">
                  <a:moveTo>
                    <a:pt x="0" y="0"/>
                  </a:moveTo>
                  <a:lnTo>
                    <a:pt x="4176507" y="0"/>
                  </a:lnTo>
                  <a:lnTo>
                    <a:pt x="4176507" y="4293431"/>
                  </a:lnTo>
                  <a:lnTo>
                    <a:pt x="0" y="42934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672" b="-5473"/>
              </a:stretch>
            </a:blipFill>
          </p:spPr>
        </p:sp>
        <p:sp>
          <p:nvSpPr>
            <p:cNvPr id="132" name="Freeform 63"/>
            <p:cNvSpPr/>
            <p:nvPr/>
          </p:nvSpPr>
          <p:spPr>
            <a:xfrm>
              <a:off x="3531138" y="0"/>
              <a:ext cx="20908783" cy="7907321"/>
            </a:xfrm>
            <a:custGeom>
              <a:avLst/>
              <a:gdLst/>
              <a:ahLst/>
              <a:cxnLst/>
              <a:rect l="l" t="t" r="r" b="b"/>
              <a:pathLst>
                <a:path w="20908783" h="7907321">
                  <a:moveTo>
                    <a:pt x="0" y="0"/>
                  </a:moveTo>
                  <a:lnTo>
                    <a:pt x="20908783" y="0"/>
                  </a:lnTo>
                  <a:lnTo>
                    <a:pt x="20908783" y="7907321"/>
                  </a:lnTo>
                  <a:lnTo>
                    <a:pt x="0" y="7907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33" name="TextBox 99"/>
          <p:cNvSpPr txBox="1"/>
          <p:nvPr/>
        </p:nvSpPr>
        <p:spPr>
          <a:xfrm>
            <a:off x="709513" y="319016"/>
            <a:ext cx="12949219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00"/>
              </a:lnSpc>
              <a:spcBef>
                <a:spcPct val="0"/>
              </a:spcBef>
            </a:pPr>
            <a:r>
              <a:rPr lang="en-US" sz="6000" b="1" spc="120" dirty="0" smtClean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Streamlit Dashboard</a:t>
            </a:r>
            <a:endParaRPr lang="en-US" sz="6000" b="1" spc="120" dirty="0">
              <a:solidFill>
                <a:srgbClr val="FFFFFF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134" name="TextBox 92"/>
          <p:cNvSpPr txBox="1"/>
          <p:nvPr/>
        </p:nvSpPr>
        <p:spPr>
          <a:xfrm>
            <a:off x="734792" y="1651692"/>
            <a:ext cx="17115058" cy="3200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Built an interactive web application using </a:t>
            </a:r>
            <a:r>
              <a:rPr lang="en-GB" sz="2600" dirty="0" err="1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Streamlit</a:t>
            </a:r>
            <a:r>
              <a:rPr lang="en-GB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within Python</a:t>
            </a:r>
            <a:r>
              <a:rPr lang="en-GB" sz="26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  <a:p>
            <a:pPr marL="457200" lvl="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6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Effectively </a:t>
            </a:r>
            <a:r>
              <a:rPr lang="en-GB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used </a:t>
            </a:r>
            <a:r>
              <a:rPr lang="en-GB" sz="2600" dirty="0" err="1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st.dataframe</a:t>
            </a:r>
            <a:r>
              <a:rPr lang="en-GB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( ) to display each analysis </a:t>
            </a:r>
            <a:r>
              <a:rPr lang="en-GB" sz="26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results as a tabular format.</a:t>
            </a:r>
            <a:endParaRPr lang="en-GB" sz="2600" dirty="0">
              <a:solidFill>
                <a:srgbClr val="FFFFFF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457200" lvl="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Utilized </a:t>
            </a:r>
            <a:r>
              <a:rPr lang="en-GB" sz="2600" dirty="0" err="1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st.write</a:t>
            </a:r>
            <a:r>
              <a:rPr lang="en-GB" sz="26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( ) </a:t>
            </a:r>
            <a:r>
              <a:rPr lang="en-GB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and </a:t>
            </a:r>
            <a:r>
              <a:rPr lang="en-GB" sz="2600" dirty="0" err="1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st.markdown</a:t>
            </a:r>
            <a:r>
              <a:rPr lang="en-GB" sz="26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( ) </a:t>
            </a:r>
            <a:r>
              <a:rPr lang="en-GB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for headings, subheadings, and descriptive content</a:t>
            </a:r>
            <a:r>
              <a:rPr lang="en-GB" sz="26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  <a:p>
            <a:pPr marL="457200" lvl="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Implemented a simple dropdown-based navigation system to allow users to access different analyses easily.</a:t>
            </a:r>
          </a:p>
        </p:txBody>
      </p:sp>
    </p:spTree>
    <p:extLst>
      <p:ext uri="{BB962C8B-B14F-4D97-AF65-F5344CB8AC3E}">
        <p14:creationId xmlns:p14="http://schemas.microsoft.com/office/powerpoint/2010/main" val="8921676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199402" y="5108372"/>
            <a:ext cx="13664400" cy="70256"/>
            <a:chOff x="0" y="0"/>
            <a:chExt cx="18219200" cy="9367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788000" cy="93675"/>
              <a:chOff x="0" y="0"/>
              <a:chExt cx="547795" cy="1840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47795" cy="18406"/>
              </a:xfrm>
              <a:custGeom>
                <a:avLst/>
                <a:gdLst/>
                <a:ahLst/>
                <a:cxnLst/>
                <a:rect l="l" t="t" r="r" b="b"/>
                <a:pathLst>
                  <a:path w="547795" h="18406">
                    <a:moveTo>
                      <a:pt x="0" y="0"/>
                    </a:moveTo>
                    <a:lnTo>
                      <a:pt x="547795" y="0"/>
                    </a:lnTo>
                    <a:lnTo>
                      <a:pt x="547795" y="18406"/>
                    </a:lnTo>
                    <a:lnTo>
                      <a:pt x="0" y="184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23825"/>
                <a:ext cx="547795" cy="1422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1570400" y="0"/>
              <a:ext cx="2788000" cy="93675"/>
              <a:chOff x="0" y="0"/>
              <a:chExt cx="547795" cy="1840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47795" cy="18406"/>
              </a:xfrm>
              <a:custGeom>
                <a:avLst/>
                <a:gdLst/>
                <a:ahLst/>
                <a:cxnLst/>
                <a:rect l="l" t="t" r="r" b="b"/>
                <a:pathLst>
                  <a:path w="547795" h="18406">
                    <a:moveTo>
                      <a:pt x="0" y="0"/>
                    </a:moveTo>
                    <a:lnTo>
                      <a:pt x="547795" y="0"/>
                    </a:lnTo>
                    <a:lnTo>
                      <a:pt x="547795" y="18406"/>
                    </a:lnTo>
                    <a:lnTo>
                      <a:pt x="0" y="184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123825"/>
                <a:ext cx="547795" cy="1422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3860800" y="0"/>
              <a:ext cx="2788000" cy="93675"/>
              <a:chOff x="0" y="0"/>
              <a:chExt cx="547795" cy="1840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47795" cy="18406"/>
              </a:xfrm>
              <a:custGeom>
                <a:avLst/>
                <a:gdLst/>
                <a:ahLst/>
                <a:cxnLst/>
                <a:rect l="l" t="t" r="r" b="b"/>
                <a:pathLst>
                  <a:path w="547795" h="18406">
                    <a:moveTo>
                      <a:pt x="0" y="0"/>
                    </a:moveTo>
                    <a:lnTo>
                      <a:pt x="547795" y="0"/>
                    </a:lnTo>
                    <a:lnTo>
                      <a:pt x="547795" y="18406"/>
                    </a:lnTo>
                    <a:lnTo>
                      <a:pt x="0" y="184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23825"/>
                <a:ext cx="547795" cy="1422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5431200" y="0"/>
              <a:ext cx="2788000" cy="93675"/>
              <a:chOff x="0" y="0"/>
              <a:chExt cx="547795" cy="1840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47795" cy="18406"/>
              </a:xfrm>
              <a:custGeom>
                <a:avLst/>
                <a:gdLst/>
                <a:ahLst/>
                <a:cxnLst/>
                <a:rect l="l" t="t" r="r" b="b"/>
                <a:pathLst>
                  <a:path w="547795" h="18406">
                    <a:moveTo>
                      <a:pt x="0" y="0"/>
                    </a:moveTo>
                    <a:lnTo>
                      <a:pt x="547795" y="0"/>
                    </a:lnTo>
                    <a:lnTo>
                      <a:pt x="547795" y="18406"/>
                    </a:lnTo>
                    <a:lnTo>
                      <a:pt x="0" y="184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123825"/>
                <a:ext cx="547795" cy="1422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715600" y="0"/>
              <a:ext cx="2788000" cy="93675"/>
              <a:chOff x="0" y="0"/>
              <a:chExt cx="547795" cy="1840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47795" cy="18406"/>
              </a:xfrm>
              <a:custGeom>
                <a:avLst/>
                <a:gdLst/>
                <a:ahLst/>
                <a:cxnLst/>
                <a:rect l="l" t="t" r="r" b="b"/>
                <a:pathLst>
                  <a:path w="547795" h="18406">
                    <a:moveTo>
                      <a:pt x="0" y="0"/>
                    </a:moveTo>
                    <a:lnTo>
                      <a:pt x="547795" y="0"/>
                    </a:lnTo>
                    <a:lnTo>
                      <a:pt x="547795" y="18406"/>
                    </a:lnTo>
                    <a:lnTo>
                      <a:pt x="0" y="1840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123825"/>
                <a:ext cx="547795" cy="1422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20"/>
                  </a:lnSpc>
                </a:pPr>
                <a:endParaRPr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 rot="-5400000">
            <a:off x="1326299" y="-2178901"/>
            <a:ext cx="11215802" cy="14478000"/>
            <a:chOff x="0" y="0"/>
            <a:chExt cx="2953956" cy="222098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953956" cy="2220984"/>
            </a:xfrm>
            <a:custGeom>
              <a:avLst/>
              <a:gdLst/>
              <a:ahLst/>
              <a:cxnLst/>
              <a:rect l="l" t="t" r="r" b="b"/>
              <a:pathLst>
                <a:path w="2953956" h="2220984">
                  <a:moveTo>
                    <a:pt x="0" y="0"/>
                  </a:moveTo>
                  <a:lnTo>
                    <a:pt x="2953956" y="0"/>
                  </a:lnTo>
                  <a:lnTo>
                    <a:pt x="2953956" y="2220984"/>
                  </a:lnTo>
                  <a:lnTo>
                    <a:pt x="0" y="2220984"/>
                  </a:lnTo>
                  <a:close/>
                </a:path>
              </a:pathLst>
            </a:custGeom>
            <a:solidFill>
              <a:srgbClr val="0B154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123825"/>
              <a:ext cx="2953956" cy="2344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20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5486400" y="509459"/>
            <a:ext cx="684678" cy="696068"/>
          </a:xfrm>
          <a:custGeom>
            <a:avLst/>
            <a:gdLst/>
            <a:ahLst/>
            <a:cxnLst/>
            <a:rect l="l" t="t" r="r" b="b"/>
            <a:pathLst>
              <a:path w="937546" h="953143">
                <a:moveTo>
                  <a:pt x="0" y="0"/>
                </a:moveTo>
                <a:lnTo>
                  <a:pt x="937546" y="0"/>
                </a:lnTo>
                <a:lnTo>
                  <a:pt x="937546" y="953143"/>
                </a:lnTo>
                <a:lnTo>
                  <a:pt x="0" y="953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92"/>
          <p:cNvSpPr txBox="1"/>
          <p:nvPr/>
        </p:nvSpPr>
        <p:spPr>
          <a:xfrm>
            <a:off x="818232" y="2783087"/>
            <a:ext cx="12669168" cy="6401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Successfully analyzed traffic crash data to identify key accident patterns, trends, and risk </a:t>
            </a:r>
            <a:r>
              <a:rPr lang="en-GB" sz="26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factors using a reusable code.</a:t>
            </a:r>
          </a:p>
          <a:p>
            <a:pPr marL="457200" lvl="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Applied data cleaning, SQL analysis, visualization, and dashboard development techniques to transform raw data into meaningful insights</a:t>
            </a:r>
            <a:r>
              <a:rPr lang="en-GB" sz="26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  <a:p>
            <a:pPr marL="457200" lvl="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Developed an interactive dashboard that improves data accessibility and simplifies analysis for users</a:t>
            </a:r>
            <a:r>
              <a:rPr lang="en-GB" sz="2600" dirty="0" smtClean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  <a:p>
            <a:pPr marL="457200" lvl="0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The insights generated through this analysis can support better traffic awareness and data-driven decision-making.</a:t>
            </a:r>
          </a:p>
        </p:txBody>
      </p:sp>
      <p:sp>
        <p:nvSpPr>
          <p:cNvPr id="28" name="TextBox 99"/>
          <p:cNvSpPr txBox="1"/>
          <p:nvPr/>
        </p:nvSpPr>
        <p:spPr>
          <a:xfrm>
            <a:off x="734792" y="509459"/>
            <a:ext cx="12949219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00"/>
              </a:lnSpc>
              <a:spcBef>
                <a:spcPct val="0"/>
              </a:spcBef>
            </a:pPr>
            <a:r>
              <a:rPr lang="en-US" sz="6000" b="1" spc="120" dirty="0" smtClean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Conclusion</a:t>
            </a:r>
            <a:endParaRPr lang="en-US" sz="6000" b="1" spc="120" dirty="0">
              <a:solidFill>
                <a:srgbClr val="FFFFFF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341</Words>
  <Application>Microsoft Office PowerPoint</Application>
  <PresentationFormat>Custom</PresentationFormat>
  <Paragraphs>44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Montserrat Ultra-Bold</vt:lpstr>
      <vt:lpstr>Montserrat Semi-Bold</vt:lpstr>
      <vt:lpstr>Calibri</vt:lpstr>
      <vt:lpstr>PT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arshatharyan@gmail.com</cp:lastModifiedBy>
  <cp:revision>26</cp:revision>
  <dcterms:created xsi:type="dcterms:W3CDTF">2006-08-16T00:00:00Z</dcterms:created>
  <dcterms:modified xsi:type="dcterms:W3CDTF">2026-05-19T15:30:05Z</dcterms:modified>
  <dc:identifier>DAHKHeribL4</dc:identifier>
</cp:coreProperties>
</file>